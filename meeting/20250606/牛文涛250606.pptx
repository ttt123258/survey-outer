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7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B18902-68F6-F985-7D6C-0977C7A80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E4A2A87-C773-8281-2FA9-744F8E27B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zh-CN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2F74C4-5F9D-22B3-34EC-5465A986C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1BB86D-3455-A935-BE06-950278497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3B39A9-D5AB-D4DB-4213-9D71935E6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374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3418B2-CD93-81EB-9088-F1E971B1D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D67C0B-5BF9-ACD7-45A5-EF88531AB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2AE3CB-BAB4-ABCC-909E-6F5D67741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01B981-796C-3C17-4FC5-7BC8B581D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0D82A9-6CCB-7AED-FF65-08ED794CD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156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6ECF0C-575E-E0AF-3770-88435EB71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344F42-D1FC-7530-C147-987EC29BC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488ECC-A45A-0A09-14B4-D7CC6968D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921EDE-DB84-5B7C-3325-6287FF3FE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551BAF-4029-18EB-EC1B-66FAD888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084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7A1CE7-5F67-DC72-884E-4D9B76F0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51788F-2A3E-B09A-7D02-02EA4EC51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A76B9C3-E85B-61E3-6089-6706237BB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B654FF-8D56-4123-E061-3D759DEB3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BB1FB0-8634-5DE2-76EA-7FF40661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AFA361-675C-5E44-8213-D5577B217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621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1854-A134-39CF-7620-82CB7D622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083856-0563-8CAB-39F9-8AFC68F0A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932E523-7610-7EBE-9B6A-B1DBD75D3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AAF1A09-359F-414E-C9D8-A266B5C45F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626890B-A672-542B-4A57-AAD5995D9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9DB6313-7EB2-493A-E7F7-3F321415E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2FA5B48-7CD8-55AD-1FF5-DB19173D9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FD8419B-7BDA-77E8-A839-96F59096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73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814A23-B95D-39A9-8CDC-CFF6F37C5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5607339-FD12-464D-BB77-C47023E1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D8A398A-98D1-50F8-8A90-C20EE603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02304A3-7E67-3BA1-10F9-7BC037C47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343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634DC36-7283-643A-EC10-05A5C681F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40B85DC-E37E-8B7A-B7D0-FFA3B0940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32D145F-058B-186F-D1A7-353624909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475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2DAD53-79ED-8757-C1A4-C7BA6E1FA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F80214-F52E-7CE3-34B7-0A576D296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C400C58-3237-DBEA-E0D5-0FD458364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458E38-5CC6-7467-D0EF-64775CCC1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9BA38E-2F59-84CB-3B28-1ABE82981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CBB691-FAA9-439E-3F66-EC3B7530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52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9E058-B88E-28DE-55F7-116A66F1E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8984CCB-FE4A-C5D3-1622-EBC5ECE3AE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DF44A1-061F-F557-440C-9C20043E3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B49B19-91DA-A5E5-08C2-F8CFC314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AD2B617-76F5-ED26-7414-E735DAFF3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875162-4D67-A511-2A95-4D063AA5A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323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E08055-6019-F69A-964A-86C0AC26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8326B72-91ED-6D14-CDC5-B1C4D7D65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C405BF-1E73-DA9A-3E0A-266955F28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E657B7-63A2-03E8-0F63-DC29D66F7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666EA4-2E1D-3ABE-C988-12AAEF25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26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4AF45C6-AEC3-59F0-5805-3DD4EEDC4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BAD644-67D4-60DA-A264-EED00DD8D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F8A5F1-69D5-E191-97EE-C6D12C102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C56AB1-12F8-C7A7-7719-369D863FB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4E7959-0A6A-A603-A1A3-7D781F41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93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7BA60E7-BC05-4AAB-C01C-AA3EA9FB1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EE745B-479A-B958-2BCB-AE0340C0A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185408-9865-A4C5-06A6-3526AA4CD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A7D47-7682-471E-A71D-8B82C99F8B80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A784F7-4B75-90FE-7C2E-8C19E55A4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9A7C68-D9BF-4C5D-9989-7AC687309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89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9">
            <a:extLst>
              <a:ext uri="{FF2B5EF4-FFF2-40B4-BE49-F238E27FC236}">
                <a16:creationId xmlns:a16="http://schemas.microsoft.com/office/drawing/2014/main" id="{181AA1F1-3229-4F76-F8CF-CBD5361C73C5}"/>
              </a:ext>
            </a:extLst>
          </p:cNvPr>
          <p:cNvSpPr txBox="1"/>
          <p:nvPr/>
        </p:nvSpPr>
        <p:spPr>
          <a:xfrm>
            <a:off x="579236" y="553511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上周，阅读数据集相关论文，对数据整理的动机进行补充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BD9786C-F5A4-EED8-D064-79C191635AAD}"/>
              </a:ext>
            </a:extLst>
          </p:cNvPr>
          <p:cNvSpPr txBox="1"/>
          <p:nvPr/>
        </p:nvSpPr>
        <p:spPr>
          <a:xfrm>
            <a:off x="487345" y="4166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下周，进行模型算法编写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8A4EA8D-4109-F8B4-C96A-376F2E6ACB0A}"/>
              </a:ext>
            </a:extLst>
          </p:cNvPr>
          <p:cNvSpPr txBox="1"/>
          <p:nvPr/>
        </p:nvSpPr>
        <p:spPr>
          <a:xfrm>
            <a:off x="10744090" y="6091205"/>
            <a:ext cx="1344092" cy="267856"/>
          </a:xfrm>
          <a:custGeom>
            <a:avLst/>
            <a:gdLst>
              <a:gd name="connsiteX0" fmla="*/ 196105 w 2226152"/>
              <a:gd name="connsiteY0" fmla="*/ 0 h 571208"/>
              <a:gd name="connsiteX1" fmla="*/ 260805 w 2226152"/>
              <a:gd name="connsiteY1" fmla="*/ 23248 h 571208"/>
              <a:gd name="connsiteX2" fmla="*/ 275717 w 2226152"/>
              <a:gd name="connsiteY2" fmla="*/ 42435 h 571208"/>
              <a:gd name="connsiteX3" fmla="*/ 305352 w 2226152"/>
              <a:gd name="connsiteY3" fmla="*/ 42435 h 571208"/>
              <a:gd name="connsiteX4" fmla="*/ 310394 w 2226152"/>
              <a:gd name="connsiteY4" fmla="*/ 35948 h 571208"/>
              <a:gd name="connsiteX5" fmla="*/ 375094 w 2226152"/>
              <a:gd name="connsiteY5" fmla="*/ 12700 h 571208"/>
              <a:gd name="connsiteX6" fmla="*/ 439794 w 2226152"/>
              <a:gd name="connsiteY6" fmla="*/ 35948 h 571208"/>
              <a:gd name="connsiteX7" fmla="*/ 444836 w 2226152"/>
              <a:gd name="connsiteY7" fmla="*/ 42435 h 571208"/>
              <a:gd name="connsiteX8" fmla="*/ 478481 w 2226152"/>
              <a:gd name="connsiteY8" fmla="*/ 42435 h 571208"/>
              <a:gd name="connsiteX9" fmla="*/ 493393 w 2226152"/>
              <a:gd name="connsiteY9" fmla="*/ 23248 h 571208"/>
              <a:gd name="connsiteX10" fmla="*/ 558093 w 2226152"/>
              <a:gd name="connsiteY10" fmla="*/ 0 h 571208"/>
              <a:gd name="connsiteX11" fmla="*/ 622793 w 2226152"/>
              <a:gd name="connsiteY11" fmla="*/ 23248 h 571208"/>
              <a:gd name="connsiteX12" fmla="*/ 637705 w 2226152"/>
              <a:gd name="connsiteY12" fmla="*/ 42435 h 571208"/>
              <a:gd name="connsiteX13" fmla="*/ 667340 w 2226152"/>
              <a:gd name="connsiteY13" fmla="*/ 42435 h 571208"/>
              <a:gd name="connsiteX14" fmla="*/ 672382 w 2226152"/>
              <a:gd name="connsiteY14" fmla="*/ 35948 h 571208"/>
              <a:gd name="connsiteX15" fmla="*/ 737082 w 2226152"/>
              <a:gd name="connsiteY15" fmla="*/ 12700 h 571208"/>
              <a:gd name="connsiteX16" fmla="*/ 801782 w 2226152"/>
              <a:gd name="connsiteY16" fmla="*/ 35948 h 571208"/>
              <a:gd name="connsiteX17" fmla="*/ 806824 w 2226152"/>
              <a:gd name="connsiteY17" fmla="*/ 42435 h 571208"/>
              <a:gd name="connsiteX18" fmla="*/ 840469 w 2226152"/>
              <a:gd name="connsiteY18" fmla="*/ 42435 h 571208"/>
              <a:gd name="connsiteX19" fmla="*/ 855381 w 2226152"/>
              <a:gd name="connsiteY19" fmla="*/ 23248 h 571208"/>
              <a:gd name="connsiteX20" fmla="*/ 920081 w 2226152"/>
              <a:gd name="connsiteY20" fmla="*/ 0 h 571208"/>
              <a:gd name="connsiteX21" fmla="*/ 984781 w 2226152"/>
              <a:gd name="connsiteY21" fmla="*/ 23248 h 571208"/>
              <a:gd name="connsiteX22" fmla="*/ 999693 w 2226152"/>
              <a:gd name="connsiteY22" fmla="*/ 42435 h 571208"/>
              <a:gd name="connsiteX23" fmla="*/ 1029328 w 2226152"/>
              <a:gd name="connsiteY23" fmla="*/ 42435 h 571208"/>
              <a:gd name="connsiteX24" fmla="*/ 1034370 w 2226152"/>
              <a:gd name="connsiteY24" fmla="*/ 35948 h 571208"/>
              <a:gd name="connsiteX25" fmla="*/ 1099070 w 2226152"/>
              <a:gd name="connsiteY25" fmla="*/ 12700 h 571208"/>
              <a:gd name="connsiteX26" fmla="*/ 1163770 w 2226152"/>
              <a:gd name="connsiteY26" fmla="*/ 35948 h 571208"/>
              <a:gd name="connsiteX27" fmla="*/ 1168812 w 2226152"/>
              <a:gd name="connsiteY27" fmla="*/ 42435 h 571208"/>
              <a:gd name="connsiteX28" fmla="*/ 1202457 w 2226152"/>
              <a:gd name="connsiteY28" fmla="*/ 42435 h 571208"/>
              <a:gd name="connsiteX29" fmla="*/ 1217369 w 2226152"/>
              <a:gd name="connsiteY29" fmla="*/ 23248 h 571208"/>
              <a:gd name="connsiteX30" fmla="*/ 1282069 w 2226152"/>
              <a:gd name="connsiteY30" fmla="*/ 0 h 571208"/>
              <a:gd name="connsiteX31" fmla="*/ 1346769 w 2226152"/>
              <a:gd name="connsiteY31" fmla="*/ 23248 h 571208"/>
              <a:gd name="connsiteX32" fmla="*/ 1361681 w 2226152"/>
              <a:gd name="connsiteY32" fmla="*/ 42435 h 571208"/>
              <a:gd name="connsiteX33" fmla="*/ 1391316 w 2226152"/>
              <a:gd name="connsiteY33" fmla="*/ 42435 h 571208"/>
              <a:gd name="connsiteX34" fmla="*/ 1396358 w 2226152"/>
              <a:gd name="connsiteY34" fmla="*/ 35948 h 571208"/>
              <a:gd name="connsiteX35" fmla="*/ 1461058 w 2226152"/>
              <a:gd name="connsiteY35" fmla="*/ 12700 h 571208"/>
              <a:gd name="connsiteX36" fmla="*/ 1525758 w 2226152"/>
              <a:gd name="connsiteY36" fmla="*/ 35948 h 571208"/>
              <a:gd name="connsiteX37" fmla="*/ 1530800 w 2226152"/>
              <a:gd name="connsiteY37" fmla="*/ 42435 h 571208"/>
              <a:gd name="connsiteX38" fmla="*/ 1565354 w 2226152"/>
              <a:gd name="connsiteY38" fmla="*/ 42435 h 571208"/>
              <a:gd name="connsiteX39" fmla="*/ 1579357 w 2226152"/>
              <a:gd name="connsiteY39" fmla="*/ 24418 h 571208"/>
              <a:gd name="connsiteX40" fmla="*/ 1644057 w 2226152"/>
              <a:gd name="connsiteY40" fmla="*/ 1170 h 571208"/>
              <a:gd name="connsiteX41" fmla="*/ 1708757 w 2226152"/>
              <a:gd name="connsiteY41" fmla="*/ 24418 h 571208"/>
              <a:gd name="connsiteX42" fmla="*/ 1722760 w 2226152"/>
              <a:gd name="connsiteY42" fmla="*/ 42435 h 571208"/>
              <a:gd name="connsiteX43" fmla="*/ 1754214 w 2226152"/>
              <a:gd name="connsiteY43" fmla="*/ 42435 h 571208"/>
              <a:gd name="connsiteX44" fmla="*/ 1758346 w 2226152"/>
              <a:gd name="connsiteY44" fmla="*/ 37118 h 571208"/>
              <a:gd name="connsiteX45" fmla="*/ 1823046 w 2226152"/>
              <a:gd name="connsiteY45" fmla="*/ 13870 h 571208"/>
              <a:gd name="connsiteX46" fmla="*/ 1887746 w 2226152"/>
              <a:gd name="connsiteY46" fmla="*/ 37118 h 571208"/>
              <a:gd name="connsiteX47" fmla="*/ 1891878 w 2226152"/>
              <a:gd name="connsiteY47" fmla="*/ 42435 h 571208"/>
              <a:gd name="connsiteX48" fmla="*/ 1926433 w 2226152"/>
              <a:gd name="connsiteY48" fmla="*/ 42435 h 571208"/>
              <a:gd name="connsiteX49" fmla="*/ 1941345 w 2226152"/>
              <a:gd name="connsiteY49" fmla="*/ 23248 h 571208"/>
              <a:gd name="connsiteX50" fmla="*/ 2006045 w 2226152"/>
              <a:gd name="connsiteY50" fmla="*/ 0 h 571208"/>
              <a:gd name="connsiteX51" fmla="*/ 2070745 w 2226152"/>
              <a:gd name="connsiteY51" fmla="*/ 23248 h 571208"/>
              <a:gd name="connsiteX52" fmla="*/ 2085657 w 2226152"/>
              <a:gd name="connsiteY52" fmla="*/ 42435 h 571208"/>
              <a:gd name="connsiteX53" fmla="*/ 2226152 w 2226152"/>
              <a:gd name="connsiteY53" fmla="*/ 42435 h 571208"/>
              <a:gd name="connsiteX54" fmla="*/ 2226152 w 2226152"/>
              <a:gd name="connsiteY54" fmla="*/ 527189 h 571208"/>
              <a:gd name="connsiteX55" fmla="*/ 2074500 w 2226152"/>
              <a:gd name="connsiteY55" fmla="*/ 527189 h 571208"/>
              <a:gd name="connsiteX56" fmla="*/ 2069136 w 2226152"/>
              <a:gd name="connsiteY56" fmla="*/ 534090 h 571208"/>
              <a:gd name="connsiteX57" fmla="*/ 2004436 w 2226152"/>
              <a:gd name="connsiteY57" fmla="*/ 557338 h 571208"/>
              <a:gd name="connsiteX58" fmla="*/ 1939736 w 2226152"/>
              <a:gd name="connsiteY58" fmla="*/ 534090 h 571208"/>
              <a:gd name="connsiteX59" fmla="*/ 1934372 w 2226152"/>
              <a:gd name="connsiteY59" fmla="*/ 527189 h 571208"/>
              <a:gd name="connsiteX60" fmla="*/ 1902280 w 2226152"/>
              <a:gd name="connsiteY60" fmla="*/ 527189 h 571208"/>
              <a:gd name="connsiteX61" fmla="*/ 1886137 w 2226152"/>
              <a:gd name="connsiteY61" fmla="*/ 547960 h 571208"/>
              <a:gd name="connsiteX62" fmla="*/ 1821437 w 2226152"/>
              <a:gd name="connsiteY62" fmla="*/ 571208 h 571208"/>
              <a:gd name="connsiteX63" fmla="*/ 1756737 w 2226152"/>
              <a:gd name="connsiteY63" fmla="*/ 547960 h 571208"/>
              <a:gd name="connsiteX64" fmla="*/ 1740593 w 2226152"/>
              <a:gd name="connsiteY64" fmla="*/ 527189 h 571208"/>
              <a:gd name="connsiteX65" fmla="*/ 1713421 w 2226152"/>
              <a:gd name="connsiteY65" fmla="*/ 527189 h 571208"/>
              <a:gd name="connsiteX66" fmla="*/ 1707148 w 2226152"/>
              <a:gd name="connsiteY66" fmla="*/ 535260 h 571208"/>
              <a:gd name="connsiteX67" fmla="*/ 1642448 w 2226152"/>
              <a:gd name="connsiteY67" fmla="*/ 558508 h 571208"/>
              <a:gd name="connsiteX68" fmla="*/ 1577748 w 2226152"/>
              <a:gd name="connsiteY68" fmla="*/ 535260 h 571208"/>
              <a:gd name="connsiteX69" fmla="*/ 1571475 w 2226152"/>
              <a:gd name="connsiteY69" fmla="*/ 527189 h 571208"/>
              <a:gd name="connsiteX70" fmla="*/ 1539383 w 2226152"/>
              <a:gd name="connsiteY70" fmla="*/ 527189 h 571208"/>
              <a:gd name="connsiteX71" fmla="*/ 1524149 w 2226152"/>
              <a:gd name="connsiteY71" fmla="*/ 546790 h 571208"/>
              <a:gd name="connsiteX72" fmla="*/ 1459449 w 2226152"/>
              <a:gd name="connsiteY72" fmla="*/ 570038 h 571208"/>
              <a:gd name="connsiteX73" fmla="*/ 1394749 w 2226152"/>
              <a:gd name="connsiteY73" fmla="*/ 546790 h 571208"/>
              <a:gd name="connsiteX74" fmla="*/ 1379515 w 2226152"/>
              <a:gd name="connsiteY74" fmla="*/ 527189 h 571208"/>
              <a:gd name="connsiteX75" fmla="*/ 1350524 w 2226152"/>
              <a:gd name="connsiteY75" fmla="*/ 527189 h 571208"/>
              <a:gd name="connsiteX76" fmla="*/ 1345160 w 2226152"/>
              <a:gd name="connsiteY76" fmla="*/ 534090 h 571208"/>
              <a:gd name="connsiteX77" fmla="*/ 1280460 w 2226152"/>
              <a:gd name="connsiteY77" fmla="*/ 557338 h 571208"/>
              <a:gd name="connsiteX78" fmla="*/ 1215760 w 2226152"/>
              <a:gd name="connsiteY78" fmla="*/ 534090 h 571208"/>
              <a:gd name="connsiteX79" fmla="*/ 1210396 w 2226152"/>
              <a:gd name="connsiteY79" fmla="*/ 527189 h 571208"/>
              <a:gd name="connsiteX80" fmla="*/ 1177395 w 2226152"/>
              <a:gd name="connsiteY80" fmla="*/ 527189 h 571208"/>
              <a:gd name="connsiteX81" fmla="*/ 1162161 w 2226152"/>
              <a:gd name="connsiteY81" fmla="*/ 546790 h 571208"/>
              <a:gd name="connsiteX82" fmla="*/ 1097461 w 2226152"/>
              <a:gd name="connsiteY82" fmla="*/ 570038 h 571208"/>
              <a:gd name="connsiteX83" fmla="*/ 1032761 w 2226152"/>
              <a:gd name="connsiteY83" fmla="*/ 546790 h 571208"/>
              <a:gd name="connsiteX84" fmla="*/ 1017527 w 2226152"/>
              <a:gd name="connsiteY84" fmla="*/ 527189 h 571208"/>
              <a:gd name="connsiteX85" fmla="*/ 988536 w 2226152"/>
              <a:gd name="connsiteY85" fmla="*/ 527189 h 571208"/>
              <a:gd name="connsiteX86" fmla="*/ 983172 w 2226152"/>
              <a:gd name="connsiteY86" fmla="*/ 534090 h 571208"/>
              <a:gd name="connsiteX87" fmla="*/ 918472 w 2226152"/>
              <a:gd name="connsiteY87" fmla="*/ 557338 h 571208"/>
              <a:gd name="connsiteX88" fmla="*/ 853772 w 2226152"/>
              <a:gd name="connsiteY88" fmla="*/ 534090 h 571208"/>
              <a:gd name="connsiteX89" fmla="*/ 848408 w 2226152"/>
              <a:gd name="connsiteY89" fmla="*/ 527189 h 571208"/>
              <a:gd name="connsiteX90" fmla="*/ 815407 w 2226152"/>
              <a:gd name="connsiteY90" fmla="*/ 527189 h 571208"/>
              <a:gd name="connsiteX91" fmla="*/ 800173 w 2226152"/>
              <a:gd name="connsiteY91" fmla="*/ 546790 h 571208"/>
              <a:gd name="connsiteX92" fmla="*/ 735473 w 2226152"/>
              <a:gd name="connsiteY92" fmla="*/ 570038 h 571208"/>
              <a:gd name="connsiteX93" fmla="*/ 670773 w 2226152"/>
              <a:gd name="connsiteY93" fmla="*/ 546790 h 571208"/>
              <a:gd name="connsiteX94" fmla="*/ 655539 w 2226152"/>
              <a:gd name="connsiteY94" fmla="*/ 527189 h 571208"/>
              <a:gd name="connsiteX95" fmla="*/ 626548 w 2226152"/>
              <a:gd name="connsiteY95" fmla="*/ 527189 h 571208"/>
              <a:gd name="connsiteX96" fmla="*/ 621184 w 2226152"/>
              <a:gd name="connsiteY96" fmla="*/ 534090 h 571208"/>
              <a:gd name="connsiteX97" fmla="*/ 556484 w 2226152"/>
              <a:gd name="connsiteY97" fmla="*/ 557338 h 571208"/>
              <a:gd name="connsiteX98" fmla="*/ 491784 w 2226152"/>
              <a:gd name="connsiteY98" fmla="*/ 534090 h 571208"/>
              <a:gd name="connsiteX99" fmla="*/ 486420 w 2226152"/>
              <a:gd name="connsiteY99" fmla="*/ 527189 h 571208"/>
              <a:gd name="connsiteX100" fmla="*/ 453419 w 2226152"/>
              <a:gd name="connsiteY100" fmla="*/ 527189 h 571208"/>
              <a:gd name="connsiteX101" fmla="*/ 438185 w 2226152"/>
              <a:gd name="connsiteY101" fmla="*/ 546790 h 571208"/>
              <a:gd name="connsiteX102" fmla="*/ 373485 w 2226152"/>
              <a:gd name="connsiteY102" fmla="*/ 570038 h 571208"/>
              <a:gd name="connsiteX103" fmla="*/ 308785 w 2226152"/>
              <a:gd name="connsiteY103" fmla="*/ 546790 h 571208"/>
              <a:gd name="connsiteX104" fmla="*/ 293551 w 2226152"/>
              <a:gd name="connsiteY104" fmla="*/ 527189 h 571208"/>
              <a:gd name="connsiteX105" fmla="*/ 264560 w 2226152"/>
              <a:gd name="connsiteY105" fmla="*/ 527189 h 571208"/>
              <a:gd name="connsiteX106" fmla="*/ 259196 w 2226152"/>
              <a:gd name="connsiteY106" fmla="*/ 534090 h 571208"/>
              <a:gd name="connsiteX107" fmla="*/ 194496 w 2226152"/>
              <a:gd name="connsiteY107" fmla="*/ 557338 h 571208"/>
              <a:gd name="connsiteX108" fmla="*/ 129796 w 2226152"/>
              <a:gd name="connsiteY108" fmla="*/ 534090 h 571208"/>
              <a:gd name="connsiteX109" fmla="*/ 124432 w 2226152"/>
              <a:gd name="connsiteY109" fmla="*/ 527189 h 571208"/>
              <a:gd name="connsiteX110" fmla="*/ 0 w 2226152"/>
              <a:gd name="connsiteY110" fmla="*/ 527189 h 571208"/>
              <a:gd name="connsiteX111" fmla="*/ 0 w 2226152"/>
              <a:gd name="connsiteY111" fmla="*/ 42435 h 571208"/>
              <a:gd name="connsiteX112" fmla="*/ 116493 w 2226152"/>
              <a:gd name="connsiteY112" fmla="*/ 42435 h 571208"/>
              <a:gd name="connsiteX113" fmla="*/ 131405 w 2226152"/>
              <a:gd name="connsiteY113" fmla="*/ 23248 h 571208"/>
              <a:gd name="connsiteX114" fmla="*/ 196105 w 2226152"/>
              <a:gd name="connsiteY114" fmla="*/ 0 h 571208"/>
            </a:gdLst>
            <a:ahLst/>
            <a:cxnLst/>
            <a:rect l="l" t="t" r="r" b="b"/>
            <a:pathLst>
              <a:path w="2226152" h="571208">
                <a:moveTo>
                  <a:pt x="196105" y="0"/>
                </a:moveTo>
                <a:cubicBezTo>
                  <a:pt x="221372" y="0"/>
                  <a:pt x="244247" y="8884"/>
                  <a:pt x="260805" y="23248"/>
                </a:cubicBezTo>
                <a:lnTo>
                  <a:pt x="275717" y="42435"/>
                </a:lnTo>
                <a:lnTo>
                  <a:pt x="305352" y="42435"/>
                </a:lnTo>
                <a:lnTo>
                  <a:pt x="310394" y="35948"/>
                </a:lnTo>
                <a:cubicBezTo>
                  <a:pt x="326952" y="21584"/>
                  <a:pt x="349827" y="12700"/>
                  <a:pt x="375094" y="12700"/>
                </a:cubicBezTo>
                <a:cubicBezTo>
                  <a:pt x="400361" y="12700"/>
                  <a:pt x="423236" y="21584"/>
                  <a:pt x="439794" y="35948"/>
                </a:cubicBezTo>
                <a:lnTo>
                  <a:pt x="444836" y="42435"/>
                </a:lnTo>
                <a:lnTo>
                  <a:pt x="478481" y="42435"/>
                </a:lnTo>
                <a:lnTo>
                  <a:pt x="493393" y="23248"/>
                </a:lnTo>
                <a:cubicBezTo>
                  <a:pt x="509951" y="8884"/>
                  <a:pt x="532826" y="0"/>
                  <a:pt x="558093" y="0"/>
                </a:cubicBezTo>
                <a:cubicBezTo>
                  <a:pt x="583360" y="0"/>
                  <a:pt x="606235" y="8884"/>
                  <a:pt x="622793" y="23248"/>
                </a:cubicBezTo>
                <a:lnTo>
                  <a:pt x="637705" y="42435"/>
                </a:lnTo>
                <a:lnTo>
                  <a:pt x="667340" y="42435"/>
                </a:lnTo>
                <a:lnTo>
                  <a:pt x="672382" y="35948"/>
                </a:lnTo>
                <a:cubicBezTo>
                  <a:pt x="688940" y="21584"/>
                  <a:pt x="711815" y="12700"/>
                  <a:pt x="737082" y="12700"/>
                </a:cubicBezTo>
                <a:cubicBezTo>
                  <a:pt x="762349" y="12700"/>
                  <a:pt x="785224" y="21584"/>
                  <a:pt x="801782" y="35948"/>
                </a:cubicBezTo>
                <a:lnTo>
                  <a:pt x="806824" y="42435"/>
                </a:lnTo>
                <a:lnTo>
                  <a:pt x="840469" y="42435"/>
                </a:lnTo>
                <a:lnTo>
                  <a:pt x="855381" y="23248"/>
                </a:lnTo>
                <a:cubicBezTo>
                  <a:pt x="871939" y="8884"/>
                  <a:pt x="894814" y="0"/>
                  <a:pt x="920081" y="0"/>
                </a:cubicBezTo>
                <a:cubicBezTo>
                  <a:pt x="945348" y="0"/>
                  <a:pt x="968223" y="8884"/>
                  <a:pt x="984781" y="23248"/>
                </a:cubicBezTo>
                <a:lnTo>
                  <a:pt x="999693" y="42435"/>
                </a:lnTo>
                <a:lnTo>
                  <a:pt x="1029328" y="42435"/>
                </a:lnTo>
                <a:lnTo>
                  <a:pt x="1034370" y="35948"/>
                </a:lnTo>
                <a:cubicBezTo>
                  <a:pt x="1050928" y="21584"/>
                  <a:pt x="1073803" y="12700"/>
                  <a:pt x="1099070" y="12700"/>
                </a:cubicBezTo>
                <a:cubicBezTo>
                  <a:pt x="1124337" y="12700"/>
                  <a:pt x="1147212" y="21584"/>
                  <a:pt x="1163770" y="35948"/>
                </a:cubicBezTo>
                <a:lnTo>
                  <a:pt x="1168812" y="42435"/>
                </a:lnTo>
                <a:lnTo>
                  <a:pt x="1202457" y="42435"/>
                </a:lnTo>
                <a:lnTo>
                  <a:pt x="1217369" y="23248"/>
                </a:lnTo>
                <a:cubicBezTo>
                  <a:pt x="1233927" y="8884"/>
                  <a:pt x="1256802" y="0"/>
                  <a:pt x="1282069" y="0"/>
                </a:cubicBezTo>
                <a:cubicBezTo>
                  <a:pt x="1307336" y="0"/>
                  <a:pt x="1330211" y="8884"/>
                  <a:pt x="1346769" y="23248"/>
                </a:cubicBezTo>
                <a:lnTo>
                  <a:pt x="1361681" y="42435"/>
                </a:lnTo>
                <a:lnTo>
                  <a:pt x="1391316" y="42435"/>
                </a:lnTo>
                <a:lnTo>
                  <a:pt x="1396358" y="35948"/>
                </a:lnTo>
                <a:cubicBezTo>
                  <a:pt x="1412916" y="21584"/>
                  <a:pt x="1435791" y="12700"/>
                  <a:pt x="1461058" y="12700"/>
                </a:cubicBezTo>
                <a:cubicBezTo>
                  <a:pt x="1486325" y="12700"/>
                  <a:pt x="1509200" y="21584"/>
                  <a:pt x="1525758" y="35948"/>
                </a:cubicBezTo>
                <a:lnTo>
                  <a:pt x="1530800" y="42435"/>
                </a:lnTo>
                <a:lnTo>
                  <a:pt x="1565354" y="42435"/>
                </a:lnTo>
                <a:lnTo>
                  <a:pt x="1579357" y="24418"/>
                </a:lnTo>
                <a:cubicBezTo>
                  <a:pt x="1595915" y="10054"/>
                  <a:pt x="1618790" y="1170"/>
                  <a:pt x="1644057" y="1170"/>
                </a:cubicBezTo>
                <a:cubicBezTo>
                  <a:pt x="1669324" y="1170"/>
                  <a:pt x="1692199" y="10054"/>
                  <a:pt x="1708757" y="24418"/>
                </a:cubicBezTo>
                <a:lnTo>
                  <a:pt x="1722760" y="42435"/>
                </a:lnTo>
                <a:lnTo>
                  <a:pt x="1754214" y="42435"/>
                </a:lnTo>
                <a:lnTo>
                  <a:pt x="1758346" y="37118"/>
                </a:lnTo>
                <a:cubicBezTo>
                  <a:pt x="1774904" y="22754"/>
                  <a:pt x="1797779" y="13870"/>
                  <a:pt x="1823046" y="13870"/>
                </a:cubicBezTo>
                <a:cubicBezTo>
                  <a:pt x="1848313" y="13870"/>
                  <a:pt x="1871188" y="22754"/>
                  <a:pt x="1887746" y="37118"/>
                </a:cubicBezTo>
                <a:lnTo>
                  <a:pt x="1891878" y="42435"/>
                </a:lnTo>
                <a:lnTo>
                  <a:pt x="1926433" y="42435"/>
                </a:lnTo>
                <a:lnTo>
                  <a:pt x="1941345" y="23248"/>
                </a:lnTo>
                <a:cubicBezTo>
                  <a:pt x="1957903" y="8884"/>
                  <a:pt x="1980778" y="0"/>
                  <a:pt x="2006045" y="0"/>
                </a:cubicBezTo>
                <a:cubicBezTo>
                  <a:pt x="2031312" y="0"/>
                  <a:pt x="2054187" y="8884"/>
                  <a:pt x="2070745" y="23248"/>
                </a:cubicBezTo>
                <a:lnTo>
                  <a:pt x="2085657" y="42435"/>
                </a:lnTo>
                <a:lnTo>
                  <a:pt x="2226152" y="42435"/>
                </a:lnTo>
                <a:lnTo>
                  <a:pt x="2226152" y="527189"/>
                </a:lnTo>
                <a:lnTo>
                  <a:pt x="2074500" y="527189"/>
                </a:lnTo>
                <a:lnTo>
                  <a:pt x="2069136" y="534090"/>
                </a:lnTo>
                <a:cubicBezTo>
                  <a:pt x="2052578" y="548454"/>
                  <a:pt x="2029703" y="557338"/>
                  <a:pt x="2004436" y="557338"/>
                </a:cubicBezTo>
                <a:cubicBezTo>
                  <a:pt x="1979169" y="557338"/>
                  <a:pt x="1956294" y="548454"/>
                  <a:pt x="1939736" y="534090"/>
                </a:cubicBezTo>
                <a:lnTo>
                  <a:pt x="1934372" y="527189"/>
                </a:lnTo>
                <a:lnTo>
                  <a:pt x="1902280" y="527189"/>
                </a:lnTo>
                <a:lnTo>
                  <a:pt x="1886137" y="547960"/>
                </a:lnTo>
                <a:cubicBezTo>
                  <a:pt x="1869579" y="562324"/>
                  <a:pt x="1846704" y="571208"/>
                  <a:pt x="1821437" y="571208"/>
                </a:cubicBezTo>
                <a:cubicBezTo>
                  <a:pt x="1796170" y="571208"/>
                  <a:pt x="1773295" y="562324"/>
                  <a:pt x="1756737" y="547960"/>
                </a:cubicBezTo>
                <a:lnTo>
                  <a:pt x="1740593" y="527189"/>
                </a:lnTo>
                <a:lnTo>
                  <a:pt x="1713421" y="527189"/>
                </a:lnTo>
                <a:lnTo>
                  <a:pt x="1707148" y="535260"/>
                </a:lnTo>
                <a:cubicBezTo>
                  <a:pt x="1690590" y="549624"/>
                  <a:pt x="1667715" y="558508"/>
                  <a:pt x="1642448" y="558508"/>
                </a:cubicBezTo>
                <a:cubicBezTo>
                  <a:pt x="1617181" y="558508"/>
                  <a:pt x="1594306" y="549624"/>
                  <a:pt x="1577748" y="535260"/>
                </a:cubicBezTo>
                <a:lnTo>
                  <a:pt x="1571475" y="527189"/>
                </a:lnTo>
                <a:lnTo>
                  <a:pt x="1539383" y="527189"/>
                </a:lnTo>
                <a:lnTo>
                  <a:pt x="1524149" y="546790"/>
                </a:lnTo>
                <a:cubicBezTo>
                  <a:pt x="1507591" y="561154"/>
                  <a:pt x="1484716" y="570038"/>
                  <a:pt x="1459449" y="570038"/>
                </a:cubicBezTo>
                <a:cubicBezTo>
                  <a:pt x="1434182" y="570038"/>
                  <a:pt x="1411307" y="561154"/>
                  <a:pt x="1394749" y="546790"/>
                </a:cubicBezTo>
                <a:lnTo>
                  <a:pt x="1379515" y="527189"/>
                </a:lnTo>
                <a:lnTo>
                  <a:pt x="1350524" y="527189"/>
                </a:lnTo>
                <a:lnTo>
                  <a:pt x="1345160" y="534090"/>
                </a:lnTo>
                <a:cubicBezTo>
                  <a:pt x="1328602" y="548454"/>
                  <a:pt x="1305727" y="557338"/>
                  <a:pt x="1280460" y="557338"/>
                </a:cubicBezTo>
                <a:cubicBezTo>
                  <a:pt x="1255193" y="557338"/>
                  <a:pt x="1232318" y="548454"/>
                  <a:pt x="1215760" y="534090"/>
                </a:cubicBezTo>
                <a:lnTo>
                  <a:pt x="1210396" y="527189"/>
                </a:lnTo>
                <a:lnTo>
                  <a:pt x="1177395" y="527189"/>
                </a:lnTo>
                <a:lnTo>
                  <a:pt x="1162161" y="546790"/>
                </a:lnTo>
                <a:cubicBezTo>
                  <a:pt x="1145603" y="561154"/>
                  <a:pt x="1122728" y="570038"/>
                  <a:pt x="1097461" y="570038"/>
                </a:cubicBezTo>
                <a:cubicBezTo>
                  <a:pt x="1072194" y="570038"/>
                  <a:pt x="1049319" y="561154"/>
                  <a:pt x="1032761" y="546790"/>
                </a:cubicBezTo>
                <a:lnTo>
                  <a:pt x="1017527" y="527189"/>
                </a:lnTo>
                <a:lnTo>
                  <a:pt x="988536" y="527189"/>
                </a:lnTo>
                <a:lnTo>
                  <a:pt x="983172" y="534090"/>
                </a:lnTo>
                <a:cubicBezTo>
                  <a:pt x="966614" y="548454"/>
                  <a:pt x="943739" y="557338"/>
                  <a:pt x="918472" y="557338"/>
                </a:cubicBezTo>
                <a:cubicBezTo>
                  <a:pt x="893205" y="557338"/>
                  <a:pt x="870330" y="548454"/>
                  <a:pt x="853772" y="534090"/>
                </a:cubicBezTo>
                <a:lnTo>
                  <a:pt x="848408" y="527189"/>
                </a:lnTo>
                <a:lnTo>
                  <a:pt x="815407" y="527189"/>
                </a:lnTo>
                <a:lnTo>
                  <a:pt x="800173" y="546790"/>
                </a:lnTo>
                <a:cubicBezTo>
                  <a:pt x="783615" y="561154"/>
                  <a:pt x="760740" y="570038"/>
                  <a:pt x="735473" y="570038"/>
                </a:cubicBezTo>
                <a:cubicBezTo>
                  <a:pt x="710206" y="570038"/>
                  <a:pt x="687331" y="561154"/>
                  <a:pt x="670773" y="546790"/>
                </a:cubicBezTo>
                <a:lnTo>
                  <a:pt x="655539" y="527189"/>
                </a:lnTo>
                <a:lnTo>
                  <a:pt x="626548" y="527189"/>
                </a:lnTo>
                <a:lnTo>
                  <a:pt x="621184" y="534090"/>
                </a:lnTo>
                <a:cubicBezTo>
                  <a:pt x="604626" y="548454"/>
                  <a:pt x="581751" y="557338"/>
                  <a:pt x="556484" y="557338"/>
                </a:cubicBezTo>
                <a:cubicBezTo>
                  <a:pt x="531217" y="557338"/>
                  <a:pt x="508342" y="548454"/>
                  <a:pt x="491784" y="534090"/>
                </a:cubicBezTo>
                <a:lnTo>
                  <a:pt x="486420" y="527189"/>
                </a:lnTo>
                <a:lnTo>
                  <a:pt x="453419" y="527189"/>
                </a:lnTo>
                <a:lnTo>
                  <a:pt x="438185" y="546790"/>
                </a:lnTo>
                <a:cubicBezTo>
                  <a:pt x="421627" y="561154"/>
                  <a:pt x="398752" y="570038"/>
                  <a:pt x="373485" y="570038"/>
                </a:cubicBezTo>
                <a:cubicBezTo>
                  <a:pt x="348218" y="570038"/>
                  <a:pt x="325343" y="561154"/>
                  <a:pt x="308785" y="546790"/>
                </a:cubicBezTo>
                <a:lnTo>
                  <a:pt x="293551" y="527189"/>
                </a:lnTo>
                <a:lnTo>
                  <a:pt x="264560" y="527189"/>
                </a:lnTo>
                <a:lnTo>
                  <a:pt x="259196" y="534090"/>
                </a:lnTo>
                <a:cubicBezTo>
                  <a:pt x="242638" y="548454"/>
                  <a:pt x="219763" y="557338"/>
                  <a:pt x="194496" y="557338"/>
                </a:cubicBezTo>
                <a:cubicBezTo>
                  <a:pt x="169229" y="557338"/>
                  <a:pt x="146354" y="548454"/>
                  <a:pt x="129796" y="534090"/>
                </a:cubicBezTo>
                <a:lnTo>
                  <a:pt x="124432" y="527189"/>
                </a:lnTo>
                <a:lnTo>
                  <a:pt x="0" y="527189"/>
                </a:lnTo>
                <a:lnTo>
                  <a:pt x="0" y="42435"/>
                </a:lnTo>
                <a:lnTo>
                  <a:pt x="116493" y="42435"/>
                </a:lnTo>
                <a:lnTo>
                  <a:pt x="131405" y="23248"/>
                </a:lnTo>
                <a:cubicBezTo>
                  <a:pt x="147963" y="8884"/>
                  <a:pt x="170838" y="0"/>
                  <a:pt x="196105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牛   文涛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1CD2665-398D-AAF2-A2FA-3B643D119F01}"/>
              </a:ext>
            </a:extLst>
          </p:cNvPr>
          <p:cNvSpPr txBox="1"/>
          <p:nvPr/>
        </p:nvSpPr>
        <p:spPr>
          <a:xfrm>
            <a:off x="10659649" y="6359061"/>
            <a:ext cx="1512974" cy="471828"/>
          </a:xfrm>
          <a:custGeom>
            <a:avLst/>
            <a:gdLst>
              <a:gd name="connsiteX0" fmla="*/ 196105 w 2226152"/>
              <a:gd name="connsiteY0" fmla="*/ 0 h 571208"/>
              <a:gd name="connsiteX1" fmla="*/ 260805 w 2226152"/>
              <a:gd name="connsiteY1" fmla="*/ 23248 h 571208"/>
              <a:gd name="connsiteX2" fmla="*/ 275717 w 2226152"/>
              <a:gd name="connsiteY2" fmla="*/ 42435 h 571208"/>
              <a:gd name="connsiteX3" fmla="*/ 305352 w 2226152"/>
              <a:gd name="connsiteY3" fmla="*/ 42435 h 571208"/>
              <a:gd name="connsiteX4" fmla="*/ 310394 w 2226152"/>
              <a:gd name="connsiteY4" fmla="*/ 35948 h 571208"/>
              <a:gd name="connsiteX5" fmla="*/ 375094 w 2226152"/>
              <a:gd name="connsiteY5" fmla="*/ 12700 h 571208"/>
              <a:gd name="connsiteX6" fmla="*/ 439794 w 2226152"/>
              <a:gd name="connsiteY6" fmla="*/ 35948 h 571208"/>
              <a:gd name="connsiteX7" fmla="*/ 444836 w 2226152"/>
              <a:gd name="connsiteY7" fmla="*/ 42435 h 571208"/>
              <a:gd name="connsiteX8" fmla="*/ 478481 w 2226152"/>
              <a:gd name="connsiteY8" fmla="*/ 42435 h 571208"/>
              <a:gd name="connsiteX9" fmla="*/ 493393 w 2226152"/>
              <a:gd name="connsiteY9" fmla="*/ 23248 h 571208"/>
              <a:gd name="connsiteX10" fmla="*/ 558093 w 2226152"/>
              <a:gd name="connsiteY10" fmla="*/ 0 h 571208"/>
              <a:gd name="connsiteX11" fmla="*/ 622793 w 2226152"/>
              <a:gd name="connsiteY11" fmla="*/ 23248 h 571208"/>
              <a:gd name="connsiteX12" fmla="*/ 637705 w 2226152"/>
              <a:gd name="connsiteY12" fmla="*/ 42435 h 571208"/>
              <a:gd name="connsiteX13" fmla="*/ 667340 w 2226152"/>
              <a:gd name="connsiteY13" fmla="*/ 42435 h 571208"/>
              <a:gd name="connsiteX14" fmla="*/ 672382 w 2226152"/>
              <a:gd name="connsiteY14" fmla="*/ 35948 h 571208"/>
              <a:gd name="connsiteX15" fmla="*/ 737082 w 2226152"/>
              <a:gd name="connsiteY15" fmla="*/ 12700 h 571208"/>
              <a:gd name="connsiteX16" fmla="*/ 801782 w 2226152"/>
              <a:gd name="connsiteY16" fmla="*/ 35948 h 571208"/>
              <a:gd name="connsiteX17" fmla="*/ 806824 w 2226152"/>
              <a:gd name="connsiteY17" fmla="*/ 42435 h 571208"/>
              <a:gd name="connsiteX18" fmla="*/ 840469 w 2226152"/>
              <a:gd name="connsiteY18" fmla="*/ 42435 h 571208"/>
              <a:gd name="connsiteX19" fmla="*/ 855381 w 2226152"/>
              <a:gd name="connsiteY19" fmla="*/ 23248 h 571208"/>
              <a:gd name="connsiteX20" fmla="*/ 920081 w 2226152"/>
              <a:gd name="connsiteY20" fmla="*/ 0 h 571208"/>
              <a:gd name="connsiteX21" fmla="*/ 984781 w 2226152"/>
              <a:gd name="connsiteY21" fmla="*/ 23248 h 571208"/>
              <a:gd name="connsiteX22" fmla="*/ 999693 w 2226152"/>
              <a:gd name="connsiteY22" fmla="*/ 42435 h 571208"/>
              <a:gd name="connsiteX23" fmla="*/ 1029328 w 2226152"/>
              <a:gd name="connsiteY23" fmla="*/ 42435 h 571208"/>
              <a:gd name="connsiteX24" fmla="*/ 1034370 w 2226152"/>
              <a:gd name="connsiteY24" fmla="*/ 35948 h 571208"/>
              <a:gd name="connsiteX25" fmla="*/ 1099070 w 2226152"/>
              <a:gd name="connsiteY25" fmla="*/ 12700 h 571208"/>
              <a:gd name="connsiteX26" fmla="*/ 1163770 w 2226152"/>
              <a:gd name="connsiteY26" fmla="*/ 35948 h 571208"/>
              <a:gd name="connsiteX27" fmla="*/ 1168812 w 2226152"/>
              <a:gd name="connsiteY27" fmla="*/ 42435 h 571208"/>
              <a:gd name="connsiteX28" fmla="*/ 1202457 w 2226152"/>
              <a:gd name="connsiteY28" fmla="*/ 42435 h 571208"/>
              <a:gd name="connsiteX29" fmla="*/ 1217369 w 2226152"/>
              <a:gd name="connsiteY29" fmla="*/ 23248 h 571208"/>
              <a:gd name="connsiteX30" fmla="*/ 1282069 w 2226152"/>
              <a:gd name="connsiteY30" fmla="*/ 0 h 571208"/>
              <a:gd name="connsiteX31" fmla="*/ 1346769 w 2226152"/>
              <a:gd name="connsiteY31" fmla="*/ 23248 h 571208"/>
              <a:gd name="connsiteX32" fmla="*/ 1361681 w 2226152"/>
              <a:gd name="connsiteY32" fmla="*/ 42435 h 571208"/>
              <a:gd name="connsiteX33" fmla="*/ 1391316 w 2226152"/>
              <a:gd name="connsiteY33" fmla="*/ 42435 h 571208"/>
              <a:gd name="connsiteX34" fmla="*/ 1396358 w 2226152"/>
              <a:gd name="connsiteY34" fmla="*/ 35948 h 571208"/>
              <a:gd name="connsiteX35" fmla="*/ 1461058 w 2226152"/>
              <a:gd name="connsiteY35" fmla="*/ 12700 h 571208"/>
              <a:gd name="connsiteX36" fmla="*/ 1525758 w 2226152"/>
              <a:gd name="connsiteY36" fmla="*/ 35948 h 571208"/>
              <a:gd name="connsiteX37" fmla="*/ 1530800 w 2226152"/>
              <a:gd name="connsiteY37" fmla="*/ 42435 h 571208"/>
              <a:gd name="connsiteX38" fmla="*/ 1565354 w 2226152"/>
              <a:gd name="connsiteY38" fmla="*/ 42435 h 571208"/>
              <a:gd name="connsiteX39" fmla="*/ 1579357 w 2226152"/>
              <a:gd name="connsiteY39" fmla="*/ 24418 h 571208"/>
              <a:gd name="connsiteX40" fmla="*/ 1644057 w 2226152"/>
              <a:gd name="connsiteY40" fmla="*/ 1170 h 571208"/>
              <a:gd name="connsiteX41" fmla="*/ 1708757 w 2226152"/>
              <a:gd name="connsiteY41" fmla="*/ 24418 h 571208"/>
              <a:gd name="connsiteX42" fmla="*/ 1722760 w 2226152"/>
              <a:gd name="connsiteY42" fmla="*/ 42435 h 571208"/>
              <a:gd name="connsiteX43" fmla="*/ 1754214 w 2226152"/>
              <a:gd name="connsiteY43" fmla="*/ 42435 h 571208"/>
              <a:gd name="connsiteX44" fmla="*/ 1758346 w 2226152"/>
              <a:gd name="connsiteY44" fmla="*/ 37118 h 571208"/>
              <a:gd name="connsiteX45" fmla="*/ 1823046 w 2226152"/>
              <a:gd name="connsiteY45" fmla="*/ 13870 h 571208"/>
              <a:gd name="connsiteX46" fmla="*/ 1887746 w 2226152"/>
              <a:gd name="connsiteY46" fmla="*/ 37118 h 571208"/>
              <a:gd name="connsiteX47" fmla="*/ 1891878 w 2226152"/>
              <a:gd name="connsiteY47" fmla="*/ 42435 h 571208"/>
              <a:gd name="connsiteX48" fmla="*/ 1926433 w 2226152"/>
              <a:gd name="connsiteY48" fmla="*/ 42435 h 571208"/>
              <a:gd name="connsiteX49" fmla="*/ 1941345 w 2226152"/>
              <a:gd name="connsiteY49" fmla="*/ 23248 h 571208"/>
              <a:gd name="connsiteX50" fmla="*/ 2006045 w 2226152"/>
              <a:gd name="connsiteY50" fmla="*/ 0 h 571208"/>
              <a:gd name="connsiteX51" fmla="*/ 2070745 w 2226152"/>
              <a:gd name="connsiteY51" fmla="*/ 23248 h 571208"/>
              <a:gd name="connsiteX52" fmla="*/ 2085657 w 2226152"/>
              <a:gd name="connsiteY52" fmla="*/ 42435 h 571208"/>
              <a:gd name="connsiteX53" fmla="*/ 2226152 w 2226152"/>
              <a:gd name="connsiteY53" fmla="*/ 42435 h 571208"/>
              <a:gd name="connsiteX54" fmla="*/ 2226152 w 2226152"/>
              <a:gd name="connsiteY54" fmla="*/ 527189 h 571208"/>
              <a:gd name="connsiteX55" fmla="*/ 2074500 w 2226152"/>
              <a:gd name="connsiteY55" fmla="*/ 527189 h 571208"/>
              <a:gd name="connsiteX56" fmla="*/ 2069136 w 2226152"/>
              <a:gd name="connsiteY56" fmla="*/ 534090 h 571208"/>
              <a:gd name="connsiteX57" fmla="*/ 2004436 w 2226152"/>
              <a:gd name="connsiteY57" fmla="*/ 557338 h 571208"/>
              <a:gd name="connsiteX58" fmla="*/ 1939736 w 2226152"/>
              <a:gd name="connsiteY58" fmla="*/ 534090 h 571208"/>
              <a:gd name="connsiteX59" fmla="*/ 1934372 w 2226152"/>
              <a:gd name="connsiteY59" fmla="*/ 527189 h 571208"/>
              <a:gd name="connsiteX60" fmla="*/ 1902280 w 2226152"/>
              <a:gd name="connsiteY60" fmla="*/ 527189 h 571208"/>
              <a:gd name="connsiteX61" fmla="*/ 1886137 w 2226152"/>
              <a:gd name="connsiteY61" fmla="*/ 547960 h 571208"/>
              <a:gd name="connsiteX62" fmla="*/ 1821437 w 2226152"/>
              <a:gd name="connsiteY62" fmla="*/ 571208 h 571208"/>
              <a:gd name="connsiteX63" fmla="*/ 1756737 w 2226152"/>
              <a:gd name="connsiteY63" fmla="*/ 547960 h 571208"/>
              <a:gd name="connsiteX64" fmla="*/ 1740593 w 2226152"/>
              <a:gd name="connsiteY64" fmla="*/ 527189 h 571208"/>
              <a:gd name="connsiteX65" fmla="*/ 1713421 w 2226152"/>
              <a:gd name="connsiteY65" fmla="*/ 527189 h 571208"/>
              <a:gd name="connsiteX66" fmla="*/ 1707148 w 2226152"/>
              <a:gd name="connsiteY66" fmla="*/ 535260 h 571208"/>
              <a:gd name="connsiteX67" fmla="*/ 1642448 w 2226152"/>
              <a:gd name="connsiteY67" fmla="*/ 558508 h 571208"/>
              <a:gd name="connsiteX68" fmla="*/ 1577748 w 2226152"/>
              <a:gd name="connsiteY68" fmla="*/ 535260 h 571208"/>
              <a:gd name="connsiteX69" fmla="*/ 1571475 w 2226152"/>
              <a:gd name="connsiteY69" fmla="*/ 527189 h 571208"/>
              <a:gd name="connsiteX70" fmla="*/ 1539383 w 2226152"/>
              <a:gd name="connsiteY70" fmla="*/ 527189 h 571208"/>
              <a:gd name="connsiteX71" fmla="*/ 1524149 w 2226152"/>
              <a:gd name="connsiteY71" fmla="*/ 546790 h 571208"/>
              <a:gd name="connsiteX72" fmla="*/ 1459449 w 2226152"/>
              <a:gd name="connsiteY72" fmla="*/ 570038 h 571208"/>
              <a:gd name="connsiteX73" fmla="*/ 1394749 w 2226152"/>
              <a:gd name="connsiteY73" fmla="*/ 546790 h 571208"/>
              <a:gd name="connsiteX74" fmla="*/ 1379515 w 2226152"/>
              <a:gd name="connsiteY74" fmla="*/ 527189 h 571208"/>
              <a:gd name="connsiteX75" fmla="*/ 1350524 w 2226152"/>
              <a:gd name="connsiteY75" fmla="*/ 527189 h 571208"/>
              <a:gd name="connsiteX76" fmla="*/ 1345160 w 2226152"/>
              <a:gd name="connsiteY76" fmla="*/ 534090 h 571208"/>
              <a:gd name="connsiteX77" fmla="*/ 1280460 w 2226152"/>
              <a:gd name="connsiteY77" fmla="*/ 557338 h 571208"/>
              <a:gd name="connsiteX78" fmla="*/ 1215760 w 2226152"/>
              <a:gd name="connsiteY78" fmla="*/ 534090 h 571208"/>
              <a:gd name="connsiteX79" fmla="*/ 1210396 w 2226152"/>
              <a:gd name="connsiteY79" fmla="*/ 527189 h 571208"/>
              <a:gd name="connsiteX80" fmla="*/ 1177395 w 2226152"/>
              <a:gd name="connsiteY80" fmla="*/ 527189 h 571208"/>
              <a:gd name="connsiteX81" fmla="*/ 1162161 w 2226152"/>
              <a:gd name="connsiteY81" fmla="*/ 546790 h 571208"/>
              <a:gd name="connsiteX82" fmla="*/ 1097461 w 2226152"/>
              <a:gd name="connsiteY82" fmla="*/ 570038 h 571208"/>
              <a:gd name="connsiteX83" fmla="*/ 1032761 w 2226152"/>
              <a:gd name="connsiteY83" fmla="*/ 546790 h 571208"/>
              <a:gd name="connsiteX84" fmla="*/ 1017527 w 2226152"/>
              <a:gd name="connsiteY84" fmla="*/ 527189 h 571208"/>
              <a:gd name="connsiteX85" fmla="*/ 988536 w 2226152"/>
              <a:gd name="connsiteY85" fmla="*/ 527189 h 571208"/>
              <a:gd name="connsiteX86" fmla="*/ 983172 w 2226152"/>
              <a:gd name="connsiteY86" fmla="*/ 534090 h 571208"/>
              <a:gd name="connsiteX87" fmla="*/ 918472 w 2226152"/>
              <a:gd name="connsiteY87" fmla="*/ 557338 h 571208"/>
              <a:gd name="connsiteX88" fmla="*/ 853772 w 2226152"/>
              <a:gd name="connsiteY88" fmla="*/ 534090 h 571208"/>
              <a:gd name="connsiteX89" fmla="*/ 848408 w 2226152"/>
              <a:gd name="connsiteY89" fmla="*/ 527189 h 571208"/>
              <a:gd name="connsiteX90" fmla="*/ 815407 w 2226152"/>
              <a:gd name="connsiteY90" fmla="*/ 527189 h 571208"/>
              <a:gd name="connsiteX91" fmla="*/ 800173 w 2226152"/>
              <a:gd name="connsiteY91" fmla="*/ 546790 h 571208"/>
              <a:gd name="connsiteX92" fmla="*/ 735473 w 2226152"/>
              <a:gd name="connsiteY92" fmla="*/ 570038 h 571208"/>
              <a:gd name="connsiteX93" fmla="*/ 670773 w 2226152"/>
              <a:gd name="connsiteY93" fmla="*/ 546790 h 571208"/>
              <a:gd name="connsiteX94" fmla="*/ 655539 w 2226152"/>
              <a:gd name="connsiteY94" fmla="*/ 527189 h 571208"/>
              <a:gd name="connsiteX95" fmla="*/ 626548 w 2226152"/>
              <a:gd name="connsiteY95" fmla="*/ 527189 h 571208"/>
              <a:gd name="connsiteX96" fmla="*/ 621184 w 2226152"/>
              <a:gd name="connsiteY96" fmla="*/ 534090 h 571208"/>
              <a:gd name="connsiteX97" fmla="*/ 556484 w 2226152"/>
              <a:gd name="connsiteY97" fmla="*/ 557338 h 571208"/>
              <a:gd name="connsiteX98" fmla="*/ 491784 w 2226152"/>
              <a:gd name="connsiteY98" fmla="*/ 534090 h 571208"/>
              <a:gd name="connsiteX99" fmla="*/ 486420 w 2226152"/>
              <a:gd name="connsiteY99" fmla="*/ 527189 h 571208"/>
              <a:gd name="connsiteX100" fmla="*/ 453419 w 2226152"/>
              <a:gd name="connsiteY100" fmla="*/ 527189 h 571208"/>
              <a:gd name="connsiteX101" fmla="*/ 438185 w 2226152"/>
              <a:gd name="connsiteY101" fmla="*/ 546790 h 571208"/>
              <a:gd name="connsiteX102" fmla="*/ 373485 w 2226152"/>
              <a:gd name="connsiteY102" fmla="*/ 570038 h 571208"/>
              <a:gd name="connsiteX103" fmla="*/ 308785 w 2226152"/>
              <a:gd name="connsiteY103" fmla="*/ 546790 h 571208"/>
              <a:gd name="connsiteX104" fmla="*/ 293551 w 2226152"/>
              <a:gd name="connsiteY104" fmla="*/ 527189 h 571208"/>
              <a:gd name="connsiteX105" fmla="*/ 264560 w 2226152"/>
              <a:gd name="connsiteY105" fmla="*/ 527189 h 571208"/>
              <a:gd name="connsiteX106" fmla="*/ 259196 w 2226152"/>
              <a:gd name="connsiteY106" fmla="*/ 534090 h 571208"/>
              <a:gd name="connsiteX107" fmla="*/ 194496 w 2226152"/>
              <a:gd name="connsiteY107" fmla="*/ 557338 h 571208"/>
              <a:gd name="connsiteX108" fmla="*/ 129796 w 2226152"/>
              <a:gd name="connsiteY108" fmla="*/ 534090 h 571208"/>
              <a:gd name="connsiteX109" fmla="*/ 124432 w 2226152"/>
              <a:gd name="connsiteY109" fmla="*/ 527189 h 571208"/>
              <a:gd name="connsiteX110" fmla="*/ 0 w 2226152"/>
              <a:gd name="connsiteY110" fmla="*/ 527189 h 571208"/>
              <a:gd name="connsiteX111" fmla="*/ 0 w 2226152"/>
              <a:gd name="connsiteY111" fmla="*/ 42435 h 571208"/>
              <a:gd name="connsiteX112" fmla="*/ 116493 w 2226152"/>
              <a:gd name="connsiteY112" fmla="*/ 42435 h 571208"/>
              <a:gd name="connsiteX113" fmla="*/ 131405 w 2226152"/>
              <a:gd name="connsiteY113" fmla="*/ 23248 h 571208"/>
              <a:gd name="connsiteX114" fmla="*/ 196105 w 2226152"/>
              <a:gd name="connsiteY114" fmla="*/ 0 h 571208"/>
            </a:gdLst>
            <a:ahLst/>
            <a:cxnLst/>
            <a:rect l="l" t="t" r="r" b="b"/>
            <a:pathLst>
              <a:path w="2226152" h="571208">
                <a:moveTo>
                  <a:pt x="196105" y="0"/>
                </a:moveTo>
                <a:cubicBezTo>
                  <a:pt x="221372" y="0"/>
                  <a:pt x="244247" y="8884"/>
                  <a:pt x="260805" y="23248"/>
                </a:cubicBezTo>
                <a:lnTo>
                  <a:pt x="275717" y="42435"/>
                </a:lnTo>
                <a:lnTo>
                  <a:pt x="305352" y="42435"/>
                </a:lnTo>
                <a:lnTo>
                  <a:pt x="310394" y="35948"/>
                </a:lnTo>
                <a:cubicBezTo>
                  <a:pt x="326952" y="21584"/>
                  <a:pt x="349827" y="12700"/>
                  <a:pt x="375094" y="12700"/>
                </a:cubicBezTo>
                <a:cubicBezTo>
                  <a:pt x="400361" y="12700"/>
                  <a:pt x="423236" y="21584"/>
                  <a:pt x="439794" y="35948"/>
                </a:cubicBezTo>
                <a:lnTo>
                  <a:pt x="444836" y="42435"/>
                </a:lnTo>
                <a:lnTo>
                  <a:pt x="478481" y="42435"/>
                </a:lnTo>
                <a:lnTo>
                  <a:pt x="493393" y="23248"/>
                </a:lnTo>
                <a:cubicBezTo>
                  <a:pt x="509951" y="8884"/>
                  <a:pt x="532826" y="0"/>
                  <a:pt x="558093" y="0"/>
                </a:cubicBezTo>
                <a:cubicBezTo>
                  <a:pt x="583360" y="0"/>
                  <a:pt x="606235" y="8884"/>
                  <a:pt x="622793" y="23248"/>
                </a:cubicBezTo>
                <a:lnTo>
                  <a:pt x="637705" y="42435"/>
                </a:lnTo>
                <a:lnTo>
                  <a:pt x="667340" y="42435"/>
                </a:lnTo>
                <a:lnTo>
                  <a:pt x="672382" y="35948"/>
                </a:lnTo>
                <a:cubicBezTo>
                  <a:pt x="688940" y="21584"/>
                  <a:pt x="711815" y="12700"/>
                  <a:pt x="737082" y="12700"/>
                </a:cubicBezTo>
                <a:cubicBezTo>
                  <a:pt x="762349" y="12700"/>
                  <a:pt x="785224" y="21584"/>
                  <a:pt x="801782" y="35948"/>
                </a:cubicBezTo>
                <a:lnTo>
                  <a:pt x="806824" y="42435"/>
                </a:lnTo>
                <a:lnTo>
                  <a:pt x="840469" y="42435"/>
                </a:lnTo>
                <a:lnTo>
                  <a:pt x="855381" y="23248"/>
                </a:lnTo>
                <a:cubicBezTo>
                  <a:pt x="871939" y="8884"/>
                  <a:pt x="894814" y="0"/>
                  <a:pt x="920081" y="0"/>
                </a:cubicBezTo>
                <a:cubicBezTo>
                  <a:pt x="945348" y="0"/>
                  <a:pt x="968223" y="8884"/>
                  <a:pt x="984781" y="23248"/>
                </a:cubicBezTo>
                <a:lnTo>
                  <a:pt x="999693" y="42435"/>
                </a:lnTo>
                <a:lnTo>
                  <a:pt x="1029328" y="42435"/>
                </a:lnTo>
                <a:lnTo>
                  <a:pt x="1034370" y="35948"/>
                </a:lnTo>
                <a:cubicBezTo>
                  <a:pt x="1050928" y="21584"/>
                  <a:pt x="1073803" y="12700"/>
                  <a:pt x="1099070" y="12700"/>
                </a:cubicBezTo>
                <a:cubicBezTo>
                  <a:pt x="1124337" y="12700"/>
                  <a:pt x="1147212" y="21584"/>
                  <a:pt x="1163770" y="35948"/>
                </a:cubicBezTo>
                <a:lnTo>
                  <a:pt x="1168812" y="42435"/>
                </a:lnTo>
                <a:lnTo>
                  <a:pt x="1202457" y="42435"/>
                </a:lnTo>
                <a:lnTo>
                  <a:pt x="1217369" y="23248"/>
                </a:lnTo>
                <a:cubicBezTo>
                  <a:pt x="1233927" y="8884"/>
                  <a:pt x="1256802" y="0"/>
                  <a:pt x="1282069" y="0"/>
                </a:cubicBezTo>
                <a:cubicBezTo>
                  <a:pt x="1307336" y="0"/>
                  <a:pt x="1330211" y="8884"/>
                  <a:pt x="1346769" y="23248"/>
                </a:cubicBezTo>
                <a:lnTo>
                  <a:pt x="1361681" y="42435"/>
                </a:lnTo>
                <a:lnTo>
                  <a:pt x="1391316" y="42435"/>
                </a:lnTo>
                <a:lnTo>
                  <a:pt x="1396358" y="35948"/>
                </a:lnTo>
                <a:cubicBezTo>
                  <a:pt x="1412916" y="21584"/>
                  <a:pt x="1435791" y="12700"/>
                  <a:pt x="1461058" y="12700"/>
                </a:cubicBezTo>
                <a:cubicBezTo>
                  <a:pt x="1486325" y="12700"/>
                  <a:pt x="1509200" y="21584"/>
                  <a:pt x="1525758" y="35948"/>
                </a:cubicBezTo>
                <a:lnTo>
                  <a:pt x="1530800" y="42435"/>
                </a:lnTo>
                <a:lnTo>
                  <a:pt x="1565354" y="42435"/>
                </a:lnTo>
                <a:lnTo>
                  <a:pt x="1579357" y="24418"/>
                </a:lnTo>
                <a:cubicBezTo>
                  <a:pt x="1595915" y="10054"/>
                  <a:pt x="1618790" y="1170"/>
                  <a:pt x="1644057" y="1170"/>
                </a:cubicBezTo>
                <a:cubicBezTo>
                  <a:pt x="1669324" y="1170"/>
                  <a:pt x="1692199" y="10054"/>
                  <a:pt x="1708757" y="24418"/>
                </a:cubicBezTo>
                <a:lnTo>
                  <a:pt x="1722760" y="42435"/>
                </a:lnTo>
                <a:lnTo>
                  <a:pt x="1754214" y="42435"/>
                </a:lnTo>
                <a:lnTo>
                  <a:pt x="1758346" y="37118"/>
                </a:lnTo>
                <a:cubicBezTo>
                  <a:pt x="1774904" y="22754"/>
                  <a:pt x="1797779" y="13870"/>
                  <a:pt x="1823046" y="13870"/>
                </a:cubicBezTo>
                <a:cubicBezTo>
                  <a:pt x="1848313" y="13870"/>
                  <a:pt x="1871188" y="22754"/>
                  <a:pt x="1887746" y="37118"/>
                </a:cubicBezTo>
                <a:lnTo>
                  <a:pt x="1891878" y="42435"/>
                </a:lnTo>
                <a:lnTo>
                  <a:pt x="1926433" y="42435"/>
                </a:lnTo>
                <a:lnTo>
                  <a:pt x="1941345" y="23248"/>
                </a:lnTo>
                <a:cubicBezTo>
                  <a:pt x="1957903" y="8884"/>
                  <a:pt x="1980778" y="0"/>
                  <a:pt x="2006045" y="0"/>
                </a:cubicBezTo>
                <a:cubicBezTo>
                  <a:pt x="2031312" y="0"/>
                  <a:pt x="2054187" y="8884"/>
                  <a:pt x="2070745" y="23248"/>
                </a:cubicBezTo>
                <a:lnTo>
                  <a:pt x="2085657" y="42435"/>
                </a:lnTo>
                <a:lnTo>
                  <a:pt x="2226152" y="42435"/>
                </a:lnTo>
                <a:lnTo>
                  <a:pt x="2226152" y="527189"/>
                </a:lnTo>
                <a:lnTo>
                  <a:pt x="2074500" y="527189"/>
                </a:lnTo>
                <a:lnTo>
                  <a:pt x="2069136" y="534090"/>
                </a:lnTo>
                <a:cubicBezTo>
                  <a:pt x="2052578" y="548454"/>
                  <a:pt x="2029703" y="557338"/>
                  <a:pt x="2004436" y="557338"/>
                </a:cubicBezTo>
                <a:cubicBezTo>
                  <a:pt x="1979169" y="557338"/>
                  <a:pt x="1956294" y="548454"/>
                  <a:pt x="1939736" y="534090"/>
                </a:cubicBezTo>
                <a:lnTo>
                  <a:pt x="1934372" y="527189"/>
                </a:lnTo>
                <a:lnTo>
                  <a:pt x="1902280" y="527189"/>
                </a:lnTo>
                <a:lnTo>
                  <a:pt x="1886137" y="547960"/>
                </a:lnTo>
                <a:cubicBezTo>
                  <a:pt x="1869579" y="562324"/>
                  <a:pt x="1846704" y="571208"/>
                  <a:pt x="1821437" y="571208"/>
                </a:cubicBezTo>
                <a:cubicBezTo>
                  <a:pt x="1796170" y="571208"/>
                  <a:pt x="1773295" y="562324"/>
                  <a:pt x="1756737" y="547960"/>
                </a:cubicBezTo>
                <a:lnTo>
                  <a:pt x="1740593" y="527189"/>
                </a:lnTo>
                <a:lnTo>
                  <a:pt x="1713421" y="527189"/>
                </a:lnTo>
                <a:lnTo>
                  <a:pt x="1707148" y="535260"/>
                </a:lnTo>
                <a:cubicBezTo>
                  <a:pt x="1690590" y="549624"/>
                  <a:pt x="1667715" y="558508"/>
                  <a:pt x="1642448" y="558508"/>
                </a:cubicBezTo>
                <a:cubicBezTo>
                  <a:pt x="1617181" y="558508"/>
                  <a:pt x="1594306" y="549624"/>
                  <a:pt x="1577748" y="535260"/>
                </a:cubicBezTo>
                <a:lnTo>
                  <a:pt x="1571475" y="527189"/>
                </a:lnTo>
                <a:lnTo>
                  <a:pt x="1539383" y="527189"/>
                </a:lnTo>
                <a:lnTo>
                  <a:pt x="1524149" y="546790"/>
                </a:lnTo>
                <a:cubicBezTo>
                  <a:pt x="1507591" y="561154"/>
                  <a:pt x="1484716" y="570038"/>
                  <a:pt x="1459449" y="570038"/>
                </a:cubicBezTo>
                <a:cubicBezTo>
                  <a:pt x="1434182" y="570038"/>
                  <a:pt x="1411307" y="561154"/>
                  <a:pt x="1394749" y="546790"/>
                </a:cubicBezTo>
                <a:lnTo>
                  <a:pt x="1379515" y="527189"/>
                </a:lnTo>
                <a:lnTo>
                  <a:pt x="1350524" y="527189"/>
                </a:lnTo>
                <a:lnTo>
                  <a:pt x="1345160" y="534090"/>
                </a:lnTo>
                <a:cubicBezTo>
                  <a:pt x="1328602" y="548454"/>
                  <a:pt x="1305727" y="557338"/>
                  <a:pt x="1280460" y="557338"/>
                </a:cubicBezTo>
                <a:cubicBezTo>
                  <a:pt x="1255193" y="557338"/>
                  <a:pt x="1232318" y="548454"/>
                  <a:pt x="1215760" y="534090"/>
                </a:cubicBezTo>
                <a:lnTo>
                  <a:pt x="1210396" y="527189"/>
                </a:lnTo>
                <a:lnTo>
                  <a:pt x="1177395" y="527189"/>
                </a:lnTo>
                <a:lnTo>
                  <a:pt x="1162161" y="546790"/>
                </a:lnTo>
                <a:cubicBezTo>
                  <a:pt x="1145603" y="561154"/>
                  <a:pt x="1122728" y="570038"/>
                  <a:pt x="1097461" y="570038"/>
                </a:cubicBezTo>
                <a:cubicBezTo>
                  <a:pt x="1072194" y="570038"/>
                  <a:pt x="1049319" y="561154"/>
                  <a:pt x="1032761" y="546790"/>
                </a:cubicBezTo>
                <a:lnTo>
                  <a:pt x="1017527" y="527189"/>
                </a:lnTo>
                <a:lnTo>
                  <a:pt x="988536" y="527189"/>
                </a:lnTo>
                <a:lnTo>
                  <a:pt x="983172" y="534090"/>
                </a:lnTo>
                <a:cubicBezTo>
                  <a:pt x="966614" y="548454"/>
                  <a:pt x="943739" y="557338"/>
                  <a:pt x="918472" y="557338"/>
                </a:cubicBezTo>
                <a:cubicBezTo>
                  <a:pt x="893205" y="557338"/>
                  <a:pt x="870330" y="548454"/>
                  <a:pt x="853772" y="534090"/>
                </a:cubicBezTo>
                <a:lnTo>
                  <a:pt x="848408" y="527189"/>
                </a:lnTo>
                <a:lnTo>
                  <a:pt x="815407" y="527189"/>
                </a:lnTo>
                <a:lnTo>
                  <a:pt x="800173" y="546790"/>
                </a:lnTo>
                <a:cubicBezTo>
                  <a:pt x="783615" y="561154"/>
                  <a:pt x="760740" y="570038"/>
                  <a:pt x="735473" y="570038"/>
                </a:cubicBezTo>
                <a:cubicBezTo>
                  <a:pt x="710206" y="570038"/>
                  <a:pt x="687331" y="561154"/>
                  <a:pt x="670773" y="546790"/>
                </a:cubicBezTo>
                <a:lnTo>
                  <a:pt x="655539" y="527189"/>
                </a:lnTo>
                <a:lnTo>
                  <a:pt x="626548" y="527189"/>
                </a:lnTo>
                <a:lnTo>
                  <a:pt x="621184" y="534090"/>
                </a:lnTo>
                <a:cubicBezTo>
                  <a:pt x="604626" y="548454"/>
                  <a:pt x="581751" y="557338"/>
                  <a:pt x="556484" y="557338"/>
                </a:cubicBezTo>
                <a:cubicBezTo>
                  <a:pt x="531217" y="557338"/>
                  <a:pt x="508342" y="548454"/>
                  <a:pt x="491784" y="534090"/>
                </a:cubicBezTo>
                <a:lnTo>
                  <a:pt x="486420" y="527189"/>
                </a:lnTo>
                <a:lnTo>
                  <a:pt x="453419" y="527189"/>
                </a:lnTo>
                <a:lnTo>
                  <a:pt x="438185" y="546790"/>
                </a:lnTo>
                <a:cubicBezTo>
                  <a:pt x="421627" y="561154"/>
                  <a:pt x="398752" y="570038"/>
                  <a:pt x="373485" y="570038"/>
                </a:cubicBezTo>
                <a:cubicBezTo>
                  <a:pt x="348218" y="570038"/>
                  <a:pt x="325343" y="561154"/>
                  <a:pt x="308785" y="546790"/>
                </a:cubicBezTo>
                <a:lnTo>
                  <a:pt x="293551" y="527189"/>
                </a:lnTo>
                <a:lnTo>
                  <a:pt x="264560" y="527189"/>
                </a:lnTo>
                <a:lnTo>
                  <a:pt x="259196" y="534090"/>
                </a:lnTo>
                <a:cubicBezTo>
                  <a:pt x="242638" y="548454"/>
                  <a:pt x="219763" y="557338"/>
                  <a:pt x="194496" y="557338"/>
                </a:cubicBezTo>
                <a:cubicBezTo>
                  <a:pt x="169229" y="557338"/>
                  <a:pt x="146354" y="548454"/>
                  <a:pt x="129796" y="534090"/>
                </a:cubicBezTo>
                <a:lnTo>
                  <a:pt x="124432" y="527189"/>
                </a:lnTo>
                <a:lnTo>
                  <a:pt x="0" y="527189"/>
                </a:lnTo>
                <a:lnTo>
                  <a:pt x="0" y="42435"/>
                </a:lnTo>
                <a:lnTo>
                  <a:pt x="116493" y="42435"/>
                </a:lnTo>
                <a:lnTo>
                  <a:pt x="131405" y="23248"/>
                </a:lnTo>
                <a:cubicBezTo>
                  <a:pt x="147963" y="8884"/>
                  <a:pt x="170838" y="0"/>
                  <a:pt x="196105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2025.6.6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44B8FF4-C773-D19B-CABA-D7939249C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36" y="1095697"/>
            <a:ext cx="4063102" cy="72343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B2B71C2-8C82-C96B-7CE7-348B0E0A5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36" y="1991981"/>
            <a:ext cx="3842039" cy="58545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A8E0DDC-F58B-79BE-9B16-132AA7481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36" y="2750289"/>
            <a:ext cx="3842039" cy="117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テーマ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牛　文涛</dc:creator>
  <cp:lastModifiedBy>牛　文涛</cp:lastModifiedBy>
  <cp:revision>12</cp:revision>
  <dcterms:created xsi:type="dcterms:W3CDTF">2025-05-30T07:20:14Z</dcterms:created>
  <dcterms:modified xsi:type="dcterms:W3CDTF">2025-06-06T05:56:26Z</dcterms:modified>
</cp:coreProperties>
</file>