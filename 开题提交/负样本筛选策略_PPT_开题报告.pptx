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负样本筛选策略：基于不相似性规则的可靠性提升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问题背景：</a:t>
            </a:r>
          </a:p>
          <a:p>
            <a:r>
              <a:t>现实中缺乏明确的负样本，需通过不相似性规则筛选可信负样本</a:t>
            </a:r>
          </a:p>
          <a:p/>
          <a:p>
            <a:r>
              <a:t>🧩 策略一：最小信息覆盖限制</a:t>
            </a:r>
          </a:p>
          <a:p>
            <a:r>
              <a:t>- 交互数少（&lt;15）的样本信息不足，不用于筛选</a:t>
            </a:r>
          </a:p>
          <a:p>
            <a:r>
              <a:t>- 确保化合物/蛋白具有代表性的靶点/配体信息</a:t>
            </a:r>
          </a:p>
          <a:p>
            <a:r>
              <a:t>- 示例：Human 23392 compounds, 10757 proteins</a:t>
            </a:r>
          </a:p>
          <a:p/>
          <a:p>
            <a:r>
              <a:t>🌈 策略二：特征差异性过滤</a:t>
            </a:r>
          </a:p>
          <a:p>
            <a:r>
              <a:t>- 靶点/配体差异性越大，“不相似”判断越可靠</a:t>
            </a:r>
          </a:p>
          <a:p>
            <a:r>
              <a:t>- 使用相似性方差 + 统计检验筛选可靠样本</a:t>
            </a:r>
          </a:p>
          <a:p/>
          <a:p>
            <a:r>
              <a:t>🎯 筛选结果：</a:t>
            </a:r>
          </a:p>
          <a:p>
            <a:r>
              <a:t>- Human: 384,916 条负样本（阈值 d=0.9）</a:t>
            </a:r>
          </a:p>
          <a:p>
            <a:r>
              <a:t>- C.elegans: 88,261 条负样本（阈值 d=0.368）</a:t>
            </a:r>
          </a:p>
          <a:p/>
          <a:p>
            <a:r>
              <a:t>✅ 策略价值：提升负样本可信度，增强模型训练效果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