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32A25-6BB5-DF88-1DC8-CADCE4728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15B866-F7E2-22C2-E437-382DDDB3D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01274C-9D9C-6E4D-9D76-4B3A6A96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AED6F6-DCA1-1786-0683-8E666CD1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2BDEE3-9D15-8E2C-661B-2DA4DC022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743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6DC10F-25E3-BC92-2528-C8F7B740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8AAD81-59E8-0AFD-9A0D-29220BC27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5AB54-6EAF-A71B-4F1F-40DA1F94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7930CB-AB06-C08A-3940-0C1F235B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2F896C-0606-51A4-AADC-F2CB2F562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844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43B42-AEEA-9853-D997-077B06EF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1D05A2-EAF6-5F98-3230-E280742F8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0F84-08B7-726E-23FE-A84247C9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7AE80-242B-03C4-E92A-F81B5680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B96CB4-C086-CC0F-983B-4CCA8DA37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52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C13C79-9AC3-DDEA-F2F9-30FB5DB4F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894BA3-3375-3879-0E3B-F0C97406D3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6506A-08FC-7813-B3DF-5305291BF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BB4B49-33EB-27E0-1312-B5B692D70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426800-29A2-D795-1FD3-0A2669BF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441307-61A6-AD2C-8566-FFCC1A44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37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06C53-BA6C-E8E8-AB8C-1BFD8590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D72BE7-68BB-CADA-F0E7-5DEE469FB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711A23-C4BD-DBC8-FB09-8DDF5C4FE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ED463CA-6522-6971-9189-E80CA9C37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1B43AB-F728-1217-BA0C-BF60FDC24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A6CDF0E-8CE7-3381-485E-0E272E0D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FE0B94D-A9E9-E3A0-A6A3-7940B1A4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F8442F-84E6-0785-C450-5004A7981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120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C23BE-B4BE-BA1E-1ECD-5E39D080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115FCC-C6C3-89D2-DECE-C31D38FF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A6D8FD-BF9A-766C-1D9C-4B115B3D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ED5E1C-EECF-D3DB-27F0-76A160C37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3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9B756A-70C8-7E0B-55A8-7ABB84CE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1E1830-2AC6-38A9-9FF4-28B35A9D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F76F0-0578-DA7D-68AF-F3702332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633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B62E8-2826-D55F-D45C-5C451B631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57D1EF-5333-A4C7-87C5-D5D18000B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0BBC28-4795-8AD6-968A-1AE75D4CA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8F68A0-5D79-FD7E-AD1A-A14E1263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F60DB4-E3E1-6C7E-B7F8-26514B0F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89B463-8301-76E6-B296-58CD9BB7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156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247F3-4034-649D-64C8-1CF17267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F238BB-83C2-FDE8-05E7-24A9DEE4C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116203-DA84-7C16-386D-FB4D612FB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AB8EC9-9BC9-7199-975A-3EE4709C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ABEF6-21AC-8EDD-F7A8-55226FE6C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D29D2A-0EE1-546C-9EEA-CA1E6CF0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77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5E70C-FAC4-00B4-2CC0-8D62F6A5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670411-A7F0-A69A-E284-9C82F3E2E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5858A-96EF-000F-CA24-15C71893B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CB759-681F-EA36-3A70-C52481B4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1EB35D-F65E-FE7D-D54B-2D7D87E0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59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985AB7-0C9A-96F3-097B-E64BB13ED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04EC59-26F3-E595-4134-5E5657CAD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FD1A5B-CF40-B81C-FEA3-8161DC6C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DC26E-1782-6CD6-D39C-878F7B195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F3F289-9A02-A71E-082D-DA0E863B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01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0AE7B1-634A-D820-A35D-922FE7BA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8204D8-7B8C-7BB6-E482-A506D11A1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E6CEAF-0CEE-4FB7-BE38-7CFF65607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356BD-5833-427C-A982-3EFD493748C6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D3874-78EE-C3FF-369B-10D0FBBF82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7E74C1-6A53-B988-47BB-93AE8598C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70597-A726-4846-8F82-A8BF151993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31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D2CDC-81AD-C9DD-1661-D82F8B6EE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033A4B-A9EB-56F6-341F-57BC9457EE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312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7DA5-C67B-8477-ACBE-9D641A16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F4C992-2F01-C587-C941-52113C0EBF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2232074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国内外研究现状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E61635-C37D-A71E-751D-3BA2781A8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841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0E20-DA67-C142-2415-64E600183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F11736-4061-410A-2B09-326275821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992923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关键科学问题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0D3C46-09F1-9A18-5756-A7E429225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0969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2C70-F4C8-8A04-DA21-4FEECD23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1A26B-2E5F-7F68-E1B6-359EFD9A3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0A968A-D15A-8AAB-CE66-07D6EA8A04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53070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2183-5D0B-2A35-58D1-D403F953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3A7A9-5026-E96C-CC84-8B061E87A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A84E209-9943-0702-6EA9-CD6121B12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/>
              <a:t>研究数据</a:t>
            </a:r>
            <a:br>
              <a:rPr lang="en-US" altLang="zh-CN" sz="2000" dirty="0"/>
            </a:br>
            <a:r>
              <a:rPr lang="zh-CN" altLang="en-US" sz="1800" b="0" i="0" u="none" strike="noStrike" baseline="0" dirty="0">
                <a:latin typeface="SourceHanSerifCN-Regular"/>
              </a:rPr>
              <a:t>药物分子的表示形式包括简化分子线性输入规范（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</a:rPr>
              <a:t>SMILES</a:t>
            </a:r>
            <a:r>
              <a:rPr lang="zh-CN" altLang="en-US" sz="1800" b="0" i="0" u="none" strike="noStrike" baseline="0" dirty="0">
                <a:latin typeface="SourceHanSerifCN-Regular"/>
              </a:rPr>
              <a:t>）和药物分子图谱，蛋白质的表示形式包括序列、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</a:rPr>
              <a:t>FASTA</a:t>
            </a:r>
            <a:r>
              <a:rPr lang="zh-CN" altLang="en-US" sz="1800" b="0" i="0" u="none" strike="noStrike" baseline="0" dirty="0">
                <a:latin typeface="SourceHanSerifCN-Regular"/>
              </a:rPr>
              <a:t>、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</a:rPr>
              <a:t>PDB </a:t>
            </a:r>
            <a:r>
              <a:rPr lang="zh-CN" altLang="en-US" sz="1800" b="0" i="0" u="none" strike="noStrike" baseline="0" dirty="0">
                <a:latin typeface="SourceHanSerifCN-Regular"/>
              </a:rPr>
              <a:t>和蛋白质接触图谱。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SourceHanSerifCN-Regular"/>
              </a:rPr>
              <a:t>这些数据可以直接从数据资源提供平台获取，也可以使用诸如</a:t>
            </a:r>
            <a:r>
              <a:rPr lang="en-US" altLang="zh-CN" sz="1800" b="0" i="0" u="none" strike="noStrike" baseline="0" dirty="0" err="1">
                <a:solidFill>
                  <a:srgbClr val="0064A4"/>
                </a:solidFill>
                <a:latin typeface="Times New Roman" panose="02020603050405020304" pitchFamily="18" charset="0"/>
              </a:rPr>
              <a:t>rdkit</a:t>
            </a:r>
            <a:r>
              <a:rPr lang="zh-CN" altLang="en-US" sz="1800" b="0" i="0" u="none" strike="noStrike" baseline="0" dirty="0">
                <a:solidFill>
                  <a:srgbClr val="0064A4"/>
                </a:solidFill>
                <a:latin typeface="SourceHanSerifCN-Regular"/>
              </a:rPr>
              <a:t>（</a:t>
            </a:r>
            <a:r>
              <a:rPr lang="en-US" altLang="zh-CN" sz="1800" b="0" i="0" u="none" strike="noStrike" baseline="0" dirty="0" err="1">
                <a:solidFill>
                  <a:srgbClr val="0064A4"/>
                </a:solidFill>
                <a:latin typeface="Times New Roman" panose="02020603050405020304" pitchFamily="18" charset="0"/>
              </a:rPr>
              <a:t>rdkit</a:t>
            </a:r>
            <a:r>
              <a:rPr lang="zh-CN" altLang="en-US" sz="1800" b="0" i="0" u="none" strike="noStrike" baseline="0" dirty="0">
                <a:solidFill>
                  <a:srgbClr val="0064A4"/>
                </a:solidFill>
                <a:latin typeface="SourceHanSerifCN-Regular"/>
              </a:rPr>
              <a:t>：</a:t>
            </a:r>
            <a:r>
              <a:rPr lang="en-US" altLang="zh-CN" sz="1800" b="0" i="0" u="none" strike="noStrike" baseline="0" dirty="0">
                <a:solidFill>
                  <a:srgbClr val="0064A4"/>
                </a:solidFill>
                <a:latin typeface="Times New Roman" panose="02020603050405020304" pitchFamily="18" charset="0"/>
              </a:rPr>
              <a:t>https://rdkit.org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SourceHanSerifCN-Regular"/>
              </a:rPr>
              <a:t>）之类的工具进行转换和处理</a:t>
            </a:r>
            <a:r>
              <a:rPr lang="zh-CN" altLang="en-US" sz="1800" dirty="0">
                <a:solidFill>
                  <a:srgbClr val="000000"/>
                </a:solidFill>
                <a:latin typeface="SourceHanSerifCN-Regular"/>
              </a:rPr>
              <a:t>。</a:t>
            </a:r>
            <a:br>
              <a:rPr lang="en-US" altLang="zh-CN" sz="1800" dirty="0">
                <a:solidFill>
                  <a:srgbClr val="000000"/>
                </a:solidFill>
                <a:latin typeface="SourceHanSerifCN-Regular"/>
              </a:rPr>
            </a:b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SourceHanSerifCN-Regular"/>
              </a:rPr>
              <a:t>这些数据可以根据其维度分为一维（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1D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SourceHanSerifCN-Regular"/>
              </a:rPr>
              <a:t>）、二维（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2D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SourceHanSerifCN-Regular"/>
              </a:rPr>
              <a:t>）和三维（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3D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SourceHanSerifCN-Regular"/>
              </a:rPr>
              <a:t>）数据，包括描述性文本、二值图像和三维模型。具体描述见下表。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13821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50F7C-1C95-92B8-5890-A63C4D1D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DB1C46-7933-7BFC-AE9F-956C5117B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81E775-1722-39DE-E9DE-F46C311E9A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/>
              <a:t>从单一模态到多模态的转变</a:t>
            </a:r>
          </a:p>
        </p:txBody>
      </p:sp>
    </p:spTree>
    <p:extLst>
      <p:ext uri="{BB962C8B-B14F-4D97-AF65-F5344CB8AC3E}">
        <p14:creationId xmlns:p14="http://schemas.microsoft.com/office/powerpoint/2010/main" val="67324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E3B5-3B5C-EEB8-537C-D57EC49F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AC228-F0E0-0F74-DAB5-0A156671DC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研究内容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BE73F4-032C-A037-85F7-26B29F018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zh-CN" altLang="en-US" sz="2000"/>
              <a:t>样本数据处理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06034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DDB2-2E38-37E2-6E1B-4D773150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75123-395F-7F6B-1600-85B35E28D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技术路线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0A936A-24F3-7F2F-438C-B7505DFCF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56345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DB41-99DA-1242-5EC8-574C18584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08105-9BBE-DA15-D06C-2014A1995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2794782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数据集与仿真实验环境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43D0FD-7FFA-B1B3-9C0F-6419A7F9F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35897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7811-722D-8301-E7AB-E9C8A24D4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01EFD-204F-7D59-718F-AA95B5CA5E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创新点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29A17C-272C-1B46-AD30-F887DB962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14005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BED22-CFEF-B000-74CC-1295E787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A7880-2189-D452-2B22-737C89231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366" y="137625"/>
            <a:ext cx="1641231" cy="425083"/>
          </a:xfrm>
        </p:spPr>
        <p:txBody>
          <a:bodyPr>
            <a:noAutofit/>
          </a:bodyPr>
          <a:lstStyle/>
          <a:p>
            <a:r>
              <a:rPr lang="zh-CN" altLang="en-US" sz="2000" b="1" dirty="0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可行性分析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15803F-ED97-4C40-76E3-58C59DFED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34" y="815926"/>
            <a:ext cx="11422966" cy="5767754"/>
          </a:xfrm>
        </p:spPr>
        <p:txBody>
          <a:bodyPr>
            <a:normAutofit/>
          </a:bodyPr>
          <a:lstStyle/>
          <a:p>
            <a:pPr algn="just"/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142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149</Words>
  <Application>Microsoft Office PowerPoint</Application>
  <PresentationFormat>宽屏</PresentationFormat>
  <Paragraphs>14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</vt:lpstr>
      <vt:lpstr>等线 Light</vt:lpstr>
      <vt:lpstr>宋体</vt:lpstr>
      <vt:lpstr>SourceHanSerifCN-Regular</vt:lpstr>
      <vt:lpstr>Arial</vt:lpstr>
      <vt:lpstr>Times New Roman</vt:lpstr>
      <vt:lpstr>Office 主题​​</vt:lpstr>
      <vt:lpstr>研究背景</vt:lpstr>
      <vt:lpstr>国内外研究现状</vt:lpstr>
      <vt:lpstr>关键科学问题</vt:lpstr>
      <vt:lpstr>研究内容</vt:lpstr>
      <vt:lpstr>研究内容</vt:lpstr>
      <vt:lpstr>研究内容</vt:lpstr>
      <vt:lpstr>研究内容</vt:lpstr>
      <vt:lpstr>技术路线</vt:lpstr>
      <vt:lpstr>数据集与仿真实验环境</vt:lpstr>
      <vt:lpstr>创新点</vt:lpstr>
      <vt:lpstr>可行性分析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牛　文涛</dc:creator>
  <cp:lastModifiedBy>牛　文涛</cp:lastModifiedBy>
  <cp:revision>37</cp:revision>
  <dcterms:created xsi:type="dcterms:W3CDTF">2025-03-25T01:48:09Z</dcterms:created>
  <dcterms:modified xsi:type="dcterms:W3CDTF">2025-03-25T04:05:28Z</dcterms:modified>
</cp:coreProperties>
</file>