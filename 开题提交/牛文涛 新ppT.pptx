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6C1DC8-06CB-E018-7E15-484D5704C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A4B6F2-C287-2904-E74D-1F748B0B7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35178-FC30-5C27-8A6B-3A8091B8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F2BCB3-562E-DB78-6142-845BA6B68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C2C94C-C20A-72CE-1A63-C44680DE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08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F85A4-6C97-DCC3-9368-7D2151EA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59F6D-E25F-4E63-C0D1-F15ADC09E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E4F4C-E5B5-3BB1-924F-57A7F7EB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C4A30D-A56A-C770-BD10-162CE992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A0FE3-1E85-5A1D-7BA2-A1D1D2FE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C24B9-C022-E900-9324-2091AE3D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01F567-EEE2-D163-DE68-0B6AC127A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F3D6B3-C05D-CC63-A18A-A75E9B28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19A4C-C697-BCFA-D074-1837E57B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957E76-1F5A-0AA2-CE12-E651ABBAB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20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3760A-5A57-5C7B-9EF1-53D83C29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4EBA74-0234-9AFF-C4FA-32D4CE93F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E04F43-F719-9457-570E-D981F9ED2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B9E97D-4501-B376-93DE-7915BB553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5E3465-1272-AFBD-78B3-205597CE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0583CE-B743-F66E-706A-6F141A1F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5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7F1A8-205D-BE91-D2F0-A953C0D4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7F4B42-94CF-27BC-93C8-3A722856E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238B61-5455-B50B-0377-13E10EBCC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21AF03-8228-54D1-95D1-B35479A33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8A85DC-5CE5-14A9-C3D8-D91674A3B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CC7B81-3F88-2B8D-E48B-33F07981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625DDC-18C0-F14B-69FF-99F61A8C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73617D-1A4A-2BA6-67E8-2A23AEF8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895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F778C-A8DF-B9ED-57D5-0707B923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C86CBA-0610-310D-92AB-B398D85EE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2A3860-4710-8749-AF6A-875995F1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323FD0-1F7D-6068-1219-101391E1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67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7A66EC-0D29-C3E5-3BC8-1394714C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313DA5-3F9A-6EA6-F946-2B9BA14A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F98B1-49E9-F968-1278-38AC7AE7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07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5E80F-EF17-712E-09FD-B2F164E8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36A10A-D567-9C06-3A23-9EA5C268B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82987F-777E-D648-F0D6-F77F095E3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51691-B9FB-2B30-7AC2-5ADF42B4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D5DF2D-AEBA-DFF7-AAEA-3C61F927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3FD898-D802-AB93-539A-5DF068457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62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96B1C-7C7E-3ACF-66E1-7A10468A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C7B479-95BA-9208-25A4-DE60D4947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99C734-84D1-C132-F2CE-04C240677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7D8FE0-8E36-DAF7-A3E0-69EF9A2C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D749A4-C2F6-7625-76D3-7219629A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C51579-A863-1974-E539-2E5728CE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230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5BFDF-150D-0875-8FE9-A95FBA0F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46A8AC-B9BD-08D0-9A30-5693E35D4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DF9E81-04DE-026E-2608-4790F5C6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26511C-738F-1486-6323-3A84181F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C34D9-D1F2-654B-BD9B-A7D88747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44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5E7F2A-7DBE-1785-4952-D06D2B2A52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CDD11D-6C61-A527-0B2B-9B328CC6F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F02B0A-AC9F-346F-CB2B-B4C31BE8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5E8687-3B94-FD53-E229-3074D882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15D39-171C-CEC0-CCC9-9066AC2D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5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BBA170-9ABE-E3C9-FA3B-6AF7E3AE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F18760-D944-D092-8987-EABFC45C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73E130-769F-2DC8-C249-BFD634BD7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22E04-BD00-4E46-8F2D-75C84F501BCB}" type="datetimeFigureOut">
              <a:rPr lang="zh-CN" altLang="en-US" smtClean="0"/>
              <a:t>2025/3/31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C73E66-C668-6C17-24FE-17EE71031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C408AF-48EA-7C84-D337-D0F251B54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840A99-E929-4F6B-9551-8E7B89E2B5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0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385083E-AC9D-431D-A153-7B1391CFEB1C}"/>
              </a:ext>
            </a:extLst>
          </p:cNvPr>
          <p:cNvSpPr txBox="1"/>
          <p:nvPr/>
        </p:nvSpPr>
        <p:spPr>
          <a:xfrm>
            <a:off x="3247793" y="367404"/>
            <a:ext cx="6094140" cy="41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1800" dirty="0">
                <a:ln w="12700">
                  <a:noFill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博士开题</a:t>
            </a:r>
            <a:endParaRPr kumimoji="1"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555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 Light</vt:lpstr>
      <vt:lpstr>宋体</vt:lpstr>
      <vt:lpstr>Arial</vt:lpstr>
      <vt:lpstr>等线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　文涛</dc:creator>
  <cp:lastModifiedBy>牛　文涛</cp:lastModifiedBy>
  <cp:revision>3</cp:revision>
  <dcterms:created xsi:type="dcterms:W3CDTF">2025-03-31T13:06:12Z</dcterms:created>
  <dcterms:modified xsi:type="dcterms:W3CDTF">2025-03-31T15:24:19Z</dcterms:modified>
</cp:coreProperties>
</file>