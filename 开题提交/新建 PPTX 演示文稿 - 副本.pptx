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4800"/>
    <a:srgbClr val="7F7F7F"/>
    <a:srgbClr val="1473D0"/>
    <a:srgbClr val="44B43C"/>
    <a:srgbClr val="FFEF21"/>
    <a:srgbClr val="FFBA8C"/>
    <a:srgbClr val="A5D6A1"/>
    <a:srgbClr val="B5CEEE"/>
    <a:srgbClr val="9CD68C"/>
    <a:srgbClr val="FFC2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A537D-B972-4949-4B1A-9F1ADD15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Rectangle 13">
            <a:extLst>
              <a:ext uri="{FF2B5EF4-FFF2-40B4-BE49-F238E27FC236}">
                <a16:creationId xmlns:a16="http://schemas.microsoft.com/office/drawing/2014/main" id="{C262DE0F-4D79-1AC6-6DA6-13280E9C2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1" y="3903663"/>
            <a:ext cx="3194050" cy="1511300"/>
          </a:xfrm>
          <a:prstGeom prst="rect">
            <a:avLst/>
          </a:prstGeom>
          <a:solidFill>
            <a:srgbClr val="FFEFDE"/>
          </a:solidFill>
          <a:ln w="12700" cap="rnd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9" name="Rectangle 14">
            <a:extLst>
              <a:ext uri="{FF2B5EF4-FFF2-40B4-BE49-F238E27FC236}">
                <a16:creationId xmlns:a16="http://schemas.microsoft.com/office/drawing/2014/main" id="{BCAD8257-E1AF-AFAA-10BB-A54DC0CE1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663" y="1978026"/>
            <a:ext cx="2886075" cy="3436938"/>
          </a:xfrm>
          <a:prstGeom prst="rect">
            <a:avLst/>
          </a:prstGeom>
          <a:solidFill>
            <a:srgbClr val="E1F7DE"/>
          </a:solidFill>
          <a:ln w="12700" cap="rnd">
            <a:solidFill>
              <a:srgbClr val="0070C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4" name="Freeform 245">
            <a:extLst>
              <a:ext uri="{FF2B5EF4-FFF2-40B4-BE49-F238E27FC236}">
                <a16:creationId xmlns:a16="http://schemas.microsoft.com/office/drawing/2014/main" id="{C16239FD-5824-AF07-E602-A02E10B8A2F7}"/>
              </a:ext>
            </a:extLst>
          </p:cNvPr>
          <p:cNvSpPr>
            <a:spLocks/>
          </p:cNvSpPr>
          <p:nvPr/>
        </p:nvSpPr>
        <p:spPr bwMode="auto">
          <a:xfrm>
            <a:off x="6680201" y="4360863"/>
            <a:ext cx="220663" cy="523875"/>
          </a:xfrm>
          <a:custGeom>
            <a:avLst/>
            <a:gdLst>
              <a:gd name="T0" fmla="*/ 199 w 229"/>
              <a:gd name="T1" fmla="*/ 544 h 544"/>
              <a:gd name="T2" fmla="*/ 229 w 229"/>
              <a:gd name="T3" fmla="*/ 514 h 544"/>
              <a:gd name="T4" fmla="*/ 229 w 229"/>
              <a:gd name="T5" fmla="*/ 30 h 544"/>
              <a:gd name="T6" fmla="*/ 199 w 229"/>
              <a:gd name="T7" fmla="*/ 0 h 544"/>
              <a:gd name="T8" fmla="*/ 199 w 229"/>
              <a:gd name="T9" fmla="*/ 0 h 544"/>
              <a:gd name="T10" fmla="*/ 30 w 229"/>
              <a:gd name="T11" fmla="*/ 0 h 544"/>
              <a:gd name="T12" fmla="*/ 0 w 229"/>
              <a:gd name="T13" fmla="*/ 30 h 544"/>
              <a:gd name="T14" fmla="*/ 0 w 229"/>
              <a:gd name="T15" fmla="*/ 514 h 544"/>
              <a:gd name="T16" fmla="*/ 30 w 229"/>
              <a:gd name="T17" fmla="*/ 544 h 544"/>
              <a:gd name="T18" fmla="*/ 30 w 229"/>
              <a:gd name="T19" fmla="*/ 544 h 544"/>
              <a:gd name="T20" fmla="*/ 199 w 229"/>
              <a:gd name="T21" fmla="*/ 544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29" h="544">
                <a:moveTo>
                  <a:pt x="199" y="544"/>
                </a:moveTo>
                <a:cubicBezTo>
                  <a:pt x="216" y="544"/>
                  <a:pt x="229" y="531"/>
                  <a:pt x="229" y="514"/>
                </a:cubicBezTo>
                <a:lnTo>
                  <a:pt x="229" y="30"/>
                </a:lnTo>
                <a:cubicBezTo>
                  <a:pt x="229" y="14"/>
                  <a:pt x="216" y="0"/>
                  <a:pt x="199" y="0"/>
                </a:cubicBezTo>
                <a:lnTo>
                  <a:pt x="199" y="0"/>
                </a:lnTo>
                <a:lnTo>
                  <a:pt x="30" y="0"/>
                </a:lnTo>
                <a:cubicBezTo>
                  <a:pt x="13" y="0"/>
                  <a:pt x="0" y="14"/>
                  <a:pt x="0" y="30"/>
                </a:cubicBezTo>
                <a:lnTo>
                  <a:pt x="0" y="514"/>
                </a:lnTo>
                <a:cubicBezTo>
                  <a:pt x="0" y="531"/>
                  <a:pt x="13" y="544"/>
                  <a:pt x="30" y="544"/>
                </a:cubicBezTo>
                <a:lnTo>
                  <a:pt x="30" y="544"/>
                </a:lnTo>
                <a:lnTo>
                  <a:pt x="199" y="544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2" name="Rectangle 7">
            <a:extLst>
              <a:ext uri="{FF2B5EF4-FFF2-40B4-BE49-F238E27FC236}">
                <a16:creationId xmlns:a16="http://schemas.microsoft.com/office/drawing/2014/main" id="{CE9F2B44-45D1-D881-4A1A-CB5EE47BE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6" y="1978026"/>
            <a:ext cx="3165475" cy="1511300"/>
          </a:xfrm>
          <a:prstGeom prst="rect">
            <a:avLst/>
          </a:prstGeom>
          <a:solidFill>
            <a:srgbClr val="E3E3E3"/>
          </a:solidFill>
          <a:ln w="12700" cap="rnd">
            <a:solidFill>
              <a:srgbClr val="0070C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3" name="Rectangle 8">
            <a:extLst>
              <a:ext uri="{FF2B5EF4-FFF2-40B4-BE49-F238E27FC236}">
                <a16:creationId xmlns:a16="http://schemas.microsoft.com/office/drawing/2014/main" id="{8D6A5E3F-64B9-872D-1D3A-B1B92CCB5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6" y="1296988"/>
            <a:ext cx="1516063" cy="53975"/>
          </a:xfrm>
          <a:prstGeom prst="rect">
            <a:avLst/>
          </a:prstGeom>
          <a:solidFill>
            <a:srgbClr val="C7C7C7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4" name="Rectangle 9">
            <a:extLst>
              <a:ext uri="{FF2B5EF4-FFF2-40B4-BE49-F238E27FC236}">
                <a16:creationId xmlns:a16="http://schemas.microsoft.com/office/drawing/2014/main" id="{2E4E6DFC-4335-4869-AD92-3554B91D9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4" y="922338"/>
            <a:ext cx="11356975" cy="5014913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5" name="Rectangle 10">
            <a:extLst>
              <a:ext uri="{FF2B5EF4-FFF2-40B4-BE49-F238E27FC236}">
                <a16:creationId xmlns:a16="http://schemas.microsoft.com/office/drawing/2014/main" id="{547F5557-B3C8-ADD4-8DD8-3B28F1BF3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9" y="1296988"/>
            <a:ext cx="3155950" cy="53975"/>
          </a:xfrm>
          <a:prstGeom prst="rect">
            <a:avLst/>
          </a:prstGeom>
          <a:solidFill>
            <a:srgbClr val="C7C7C7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6" name="Rectangle 11">
            <a:extLst>
              <a:ext uri="{FF2B5EF4-FFF2-40B4-BE49-F238E27FC236}">
                <a16:creationId xmlns:a16="http://schemas.microsoft.com/office/drawing/2014/main" id="{D5FCBD11-C29F-19DA-6087-8D22701C4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1" y="1296988"/>
            <a:ext cx="3521075" cy="53975"/>
          </a:xfrm>
          <a:prstGeom prst="rect">
            <a:avLst/>
          </a:prstGeom>
          <a:solidFill>
            <a:srgbClr val="C7C7C7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" name="Rectangle 12">
            <a:extLst>
              <a:ext uri="{FF2B5EF4-FFF2-40B4-BE49-F238E27FC236}">
                <a16:creationId xmlns:a16="http://schemas.microsoft.com/office/drawing/2014/main" id="{8CAB3AEF-E9BC-A27E-2955-F1F95C2BB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6276" y="1296988"/>
            <a:ext cx="2143125" cy="53975"/>
          </a:xfrm>
          <a:prstGeom prst="rect">
            <a:avLst/>
          </a:prstGeom>
          <a:solidFill>
            <a:srgbClr val="C7C7C7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0" name="Freeform 15">
            <a:extLst>
              <a:ext uri="{FF2B5EF4-FFF2-40B4-BE49-F238E27FC236}">
                <a16:creationId xmlns:a16="http://schemas.microsoft.com/office/drawing/2014/main" id="{B27CB83A-2E93-06CC-9CF1-E14E4D7ABA1F}"/>
              </a:ext>
            </a:extLst>
          </p:cNvPr>
          <p:cNvSpPr>
            <a:spLocks/>
          </p:cNvSpPr>
          <p:nvPr/>
        </p:nvSpPr>
        <p:spPr bwMode="auto">
          <a:xfrm>
            <a:off x="5924551" y="1984376"/>
            <a:ext cx="419100" cy="1482725"/>
          </a:xfrm>
          <a:custGeom>
            <a:avLst/>
            <a:gdLst>
              <a:gd name="T0" fmla="*/ 363 w 436"/>
              <a:gd name="T1" fmla="*/ 1542 h 1542"/>
              <a:gd name="T2" fmla="*/ 436 w 436"/>
              <a:gd name="T3" fmla="*/ 1469 h 1542"/>
              <a:gd name="T4" fmla="*/ 436 w 436"/>
              <a:gd name="T5" fmla="*/ 1469 h 1542"/>
              <a:gd name="T6" fmla="*/ 436 w 436"/>
              <a:gd name="T7" fmla="*/ 72 h 1542"/>
              <a:gd name="T8" fmla="*/ 363 w 436"/>
              <a:gd name="T9" fmla="*/ 0 h 1542"/>
              <a:gd name="T10" fmla="*/ 363 w 436"/>
              <a:gd name="T11" fmla="*/ 0 h 1542"/>
              <a:gd name="T12" fmla="*/ 73 w 436"/>
              <a:gd name="T13" fmla="*/ 0 h 1542"/>
              <a:gd name="T14" fmla="*/ 0 w 436"/>
              <a:gd name="T15" fmla="*/ 72 h 1542"/>
              <a:gd name="T16" fmla="*/ 0 w 436"/>
              <a:gd name="T17" fmla="*/ 1469 h 1542"/>
              <a:gd name="T18" fmla="*/ 73 w 436"/>
              <a:gd name="T19" fmla="*/ 1542 h 1542"/>
              <a:gd name="T20" fmla="*/ 363 w 436"/>
              <a:gd name="T21" fmla="*/ 1542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36" h="1542">
                <a:moveTo>
                  <a:pt x="363" y="1542"/>
                </a:moveTo>
                <a:cubicBezTo>
                  <a:pt x="403" y="1542"/>
                  <a:pt x="436" y="1509"/>
                  <a:pt x="436" y="1469"/>
                </a:cubicBezTo>
                <a:lnTo>
                  <a:pt x="436" y="1469"/>
                </a:lnTo>
                <a:lnTo>
                  <a:pt x="436" y="72"/>
                </a:lnTo>
                <a:cubicBezTo>
                  <a:pt x="436" y="32"/>
                  <a:pt x="403" y="0"/>
                  <a:pt x="363" y="0"/>
                </a:cubicBezTo>
                <a:lnTo>
                  <a:pt x="363" y="0"/>
                </a:lnTo>
                <a:lnTo>
                  <a:pt x="73" y="0"/>
                </a:lnTo>
                <a:cubicBezTo>
                  <a:pt x="33" y="0"/>
                  <a:pt x="0" y="32"/>
                  <a:pt x="0" y="72"/>
                </a:cubicBezTo>
                <a:lnTo>
                  <a:pt x="0" y="1469"/>
                </a:lnTo>
                <a:cubicBezTo>
                  <a:pt x="0" y="1509"/>
                  <a:pt x="33" y="1542"/>
                  <a:pt x="73" y="1542"/>
                </a:cubicBezTo>
                <a:lnTo>
                  <a:pt x="363" y="1542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1" name="Freeform 16">
            <a:extLst>
              <a:ext uri="{FF2B5EF4-FFF2-40B4-BE49-F238E27FC236}">
                <a16:creationId xmlns:a16="http://schemas.microsoft.com/office/drawing/2014/main" id="{24022001-27E7-D969-9CEC-77D8E1F4A9A8}"/>
              </a:ext>
            </a:extLst>
          </p:cNvPr>
          <p:cNvSpPr>
            <a:spLocks/>
          </p:cNvSpPr>
          <p:nvPr/>
        </p:nvSpPr>
        <p:spPr bwMode="auto">
          <a:xfrm>
            <a:off x="5948364" y="2035176"/>
            <a:ext cx="371475" cy="147638"/>
          </a:xfrm>
          <a:custGeom>
            <a:avLst/>
            <a:gdLst>
              <a:gd name="T0" fmla="*/ 362 w 387"/>
              <a:gd name="T1" fmla="*/ 152 h 152"/>
              <a:gd name="T2" fmla="*/ 387 w 387"/>
              <a:gd name="T3" fmla="*/ 127 h 152"/>
              <a:gd name="T4" fmla="*/ 387 w 387"/>
              <a:gd name="T5" fmla="*/ 127 h 152"/>
              <a:gd name="T6" fmla="*/ 387 w 387"/>
              <a:gd name="T7" fmla="*/ 25 h 152"/>
              <a:gd name="T8" fmla="*/ 362 w 387"/>
              <a:gd name="T9" fmla="*/ 0 h 152"/>
              <a:gd name="T10" fmla="*/ 362 w 387"/>
              <a:gd name="T11" fmla="*/ 0 h 152"/>
              <a:gd name="T12" fmla="*/ 24 w 387"/>
              <a:gd name="T13" fmla="*/ 0 h 152"/>
              <a:gd name="T14" fmla="*/ 0 w 387"/>
              <a:gd name="T15" fmla="*/ 25 h 152"/>
              <a:gd name="T16" fmla="*/ 0 w 387"/>
              <a:gd name="T17" fmla="*/ 25 h 152"/>
              <a:gd name="T18" fmla="*/ 0 w 387"/>
              <a:gd name="T19" fmla="*/ 127 h 152"/>
              <a:gd name="T20" fmla="*/ 24 w 387"/>
              <a:gd name="T21" fmla="*/ 152 h 152"/>
              <a:gd name="T22" fmla="*/ 24 w 387"/>
              <a:gd name="T23" fmla="*/ 152 h 152"/>
              <a:gd name="T24" fmla="*/ 362 w 387"/>
              <a:gd name="T25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2">
                <a:moveTo>
                  <a:pt x="362" y="152"/>
                </a:moveTo>
                <a:cubicBezTo>
                  <a:pt x="376" y="152"/>
                  <a:pt x="387" y="141"/>
                  <a:pt x="387" y="127"/>
                </a:cubicBezTo>
                <a:lnTo>
                  <a:pt x="387" y="127"/>
                </a:lnTo>
                <a:lnTo>
                  <a:pt x="387" y="25"/>
                </a:lnTo>
                <a:cubicBezTo>
                  <a:pt x="387" y="11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1"/>
                  <a:pt x="0" y="25"/>
                </a:cubicBezTo>
                <a:lnTo>
                  <a:pt x="0" y="25"/>
                </a:lnTo>
                <a:lnTo>
                  <a:pt x="0" y="127"/>
                </a:lnTo>
                <a:cubicBezTo>
                  <a:pt x="0" y="141"/>
                  <a:pt x="10" y="152"/>
                  <a:pt x="24" y="152"/>
                </a:cubicBezTo>
                <a:lnTo>
                  <a:pt x="24" y="152"/>
                </a:lnTo>
                <a:lnTo>
                  <a:pt x="362" y="152"/>
                </a:ln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2" name="Freeform 17">
            <a:extLst>
              <a:ext uri="{FF2B5EF4-FFF2-40B4-BE49-F238E27FC236}">
                <a16:creationId xmlns:a16="http://schemas.microsoft.com/office/drawing/2014/main" id="{59AEA474-5A85-0570-FCB7-84880644D398}"/>
              </a:ext>
            </a:extLst>
          </p:cNvPr>
          <p:cNvSpPr>
            <a:spLocks/>
          </p:cNvSpPr>
          <p:nvPr/>
        </p:nvSpPr>
        <p:spPr bwMode="auto">
          <a:xfrm>
            <a:off x="5948364" y="2286001"/>
            <a:ext cx="371475" cy="146050"/>
          </a:xfrm>
          <a:custGeom>
            <a:avLst/>
            <a:gdLst>
              <a:gd name="T0" fmla="*/ 362 w 387"/>
              <a:gd name="T1" fmla="*/ 152 h 152"/>
              <a:gd name="T2" fmla="*/ 387 w 387"/>
              <a:gd name="T3" fmla="*/ 127 h 152"/>
              <a:gd name="T4" fmla="*/ 387 w 387"/>
              <a:gd name="T5" fmla="*/ 127 h 152"/>
              <a:gd name="T6" fmla="*/ 387 w 387"/>
              <a:gd name="T7" fmla="*/ 25 h 152"/>
              <a:gd name="T8" fmla="*/ 362 w 387"/>
              <a:gd name="T9" fmla="*/ 0 h 152"/>
              <a:gd name="T10" fmla="*/ 362 w 387"/>
              <a:gd name="T11" fmla="*/ 0 h 152"/>
              <a:gd name="T12" fmla="*/ 24 w 387"/>
              <a:gd name="T13" fmla="*/ 0 h 152"/>
              <a:gd name="T14" fmla="*/ 0 w 387"/>
              <a:gd name="T15" fmla="*/ 25 h 152"/>
              <a:gd name="T16" fmla="*/ 0 w 387"/>
              <a:gd name="T17" fmla="*/ 25 h 152"/>
              <a:gd name="T18" fmla="*/ 0 w 387"/>
              <a:gd name="T19" fmla="*/ 127 h 152"/>
              <a:gd name="T20" fmla="*/ 24 w 387"/>
              <a:gd name="T21" fmla="*/ 152 h 152"/>
              <a:gd name="T22" fmla="*/ 24 w 387"/>
              <a:gd name="T23" fmla="*/ 152 h 152"/>
              <a:gd name="T24" fmla="*/ 362 w 387"/>
              <a:gd name="T25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2">
                <a:moveTo>
                  <a:pt x="362" y="152"/>
                </a:moveTo>
                <a:cubicBezTo>
                  <a:pt x="376" y="152"/>
                  <a:pt x="387" y="141"/>
                  <a:pt x="387" y="127"/>
                </a:cubicBezTo>
                <a:lnTo>
                  <a:pt x="387" y="127"/>
                </a:lnTo>
                <a:lnTo>
                  <a:pt x="387" y="25"/>
                </a:lnTo>
                <a:cubicBezTo>
                  <a:pt x="387" y="11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1"/>
                  <a:pt x="0" y="25"/>
                </a:cubicBezTo>
                <a:lnTo>
                  <a:pt x="0" y="25"/>
                </a:lnTo>
                <a:lnTo>
                  <a:pt x="0" y="127"/>
                </a:lnTo>
                <a:cubicBezTo>
                  <a:pt x="0" y="141"/>
                  <a:pt x="10" y="152"/>
                  <a:pt x="24" y="152"/>
                </a:cubicBezTo>
                <a:lnTo>
                  <a:pt x="24" y="152"/>
                </a:lnTo>
                <a:lnTo>
                  <a:pt x="362" y="152"/>
                </a:ln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3" name="Freeform 18">
            <a:extLst>
              <a:ext uri="{FF2B5EF4-FFF2-40B4-BE49-F238E27FC236}">
                <a16:creationId xmlns:a16="http://schemas.microsoft.com/office/drawing/2014/main" id="{D2EC6246-6942-D20E-1960-E779A5FC07AC}"/>
              </a:ext>
            </a:extLst>
          </p:cNvPr>
          <p:cNvSpPr>
            <a:spLocks/>
          </p:cNvSpPr>
          <p:nvPr/>
        </p:nvSpPr>
        <p:spPr bwMode="auto">
          <a:xfrm>
            <a:off x="5948364" y="2535238"/>
            <a:ext cx="371475" cy="146050"/>
          </a:xfrm>
          <a:custGeom>
            <a:avLst/>
            <a:gdLst>
              <a:gd name="T0" fmla="*/ 362 w 387"/>
              <a:gd name="T1" fmla="*/ 152 h 152"/>
              <a:gd name="T2" fmla="*/ 387 w 387"/>
              <a:gd name="T3" fmla="*/ 127 h 152"/>
              <a:gd name="T4" fmla="*/ 387 w 387"/>
              <a:gd name="T5" fmla="*/ 127 h 152"/>
              <a:gd name="T6" fmla="*/ 387 w 387"/>
              <a:gd name="T7" fmla="*/ 25 h 152"/>
              <a:gd name="T8" fmla="*/ 362 w 387"/>
              <a:gd name="T9" fmla="*/ 0 h 152"/>
              <a:gd name="T10" fmla="*/ 362 w 387"/>
              <a:gd name="T11" fmla="*/ 0 h 152"/>
              <a:gd name="T12" fmla="*/ 24 w 387"/>
              <a:gd name="T13" fmla="*/ 0 h 152"/>
              <a:gd name="T14" fmla="*/ 0 w 387"/>
              <a:gd name="T15" fmla="*/ 25 h 152"/>
              <a:gd name="T16" fmla="*/ 0 w 387"/>
              <a:gd name="T17" fmla="*/ 25 h 152"/>
              <a:gd name="T18" fmla="*/ 0 w 387"/>
              <a:gd name="T19" fmla="*/ 127 h 152"/>
              <a:gd name="T20" fmla="*/ 24 w 387"/>
              <a:gd name="T21" fmla="*/ 152 h 152"/>
              <a:gd name="T22" fmla="*/ 24 w 387"/>
              <a:gd name="T23" fmla="*/ 152 h 152"/>
              <a:gd name="T24" fmla="*/ 362 w 387"/>
              <a:gd name="T25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2">
                <a:moveTo>
                  <a:pt x="362" y="152"/>
                </a:moveTo>
                <a:cubicBezTo>
                  <a:pt x="376" y="152"/>
                  <a:pt x="387" y="141"/>
                  <a:pt x="387" y="127"/>
                </a:cubicBezTo>
                <a:lnTo>
                  <a:pt x="387" y="127"/>
                </a:lnTo>
                <a:lnTo>
                  <a:pt x="387" y="25"/>
                </a:lnTo>
                <a:cubicBezTo>
                  <a:pt x="387" y="11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1"/>
                  <a:pt x="0" y="25"/>
                </a:cubicBezTo>
                <a:lnTo>
                  <a:pt x="0" y="25"/>
                </a:lnTo>
                <a:lnTo>
                  <a:pt x="0" y="127"/>
                </a:lnTo>
                <a:cubicBezTo>
                  <a:pt x="0" y="141"/>
                  <a:pt x="10" y="152"/>
                  <a:pt x="24" y="152"/>
                </a:cubicBezTo>
                <a:lnTo>
                  <a:pt x="24" y="152"/>
                </a:lnTo>
                <a:lnTo>
                  <a:pt x="362" y="152"/>
                </a:ln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4" name="Freeform 19">
            <a:extLst>
              <a:ext uri="{FF2B5EF4-FFF2-40B4-BE49-F238E27FC236}">
                <a16:creationId xmlns:a16="http://schemas.microsoft.com/office/drawing/2014/main" id="{01EC531D-0F89-5AF6-30F4-69A7D803E9F3}"/>
              </a:ext>
            </a:extLst>
          </p:cNvPr>
          <p:cNvSpPr>
            <a:spLocks/>
          </p:cNvSpPr>
          <p:nvPr/>
        </p:nvSpPr>
        <p:spPr bwMode="auto">
          <a:xfrm>
            <a:off x="5948364" y="3068638"/>
            <a:ext cx="371475" cy="144463"/>
          </a:xfrm>
          <a:custGeom>
            <a:avLst/>
            <a:gdLst>
              <a:gd name="T0" fmla="*/ 362 w 387"/>
              <a:gd name="T1" fmla="*/ 151 h 151"/>
              <a:gd name="T2" fmla="*/ 387 w 387"/>
              <a:gd name="T3" fmla="*/ 127 h 151"/>
              <a:gd name="T4" fmla="*/ 387 w 387"/>
              <a:gd name="T5" fmla="*/ 127 h 151"/>
              <a:gd name="T6" fmla="*/ 387 w 387"/>
              <a:gd name="T7" fmla="*/ 24 h 151"/>
              <a:gd name="T8" fmla="*/ 362 w 387"/>
              <a:gd name="T9" fmla="*/ 0 h 151"/>
              <a:gd name="T10" fmla="*/ 362 w 387"/>
              <a:gd name="T11" fmla="*/ 0 h 151"/>
              <a:gd name="T12" fmla="*/ 24 w 387"/>
              <a:gd name="T13" fmla="*/ 0 h 151"/>
              <a:gd name="T14" fmla="*/ 0 w 387"/>
              <a:gd name="T15" fmla="*/ 24 h 151"/>
              <a:gd name="T16" fmla="*/ 0 w 387"/>
              <a:gd name="T17" fmla="*/ 24 h 151"/>
              <a:gd name="T18" fmla="*/ 0 w 387"/>
              <a:gd name="T19" fmla="*/ 127 h 151"/>
              <a:gd name="T20" fmla="*/ 24 w 387"/>
              <a:gd name="T21" fmla="*/ 151 h 151"/>
              <a:gd name="T22" fmla="*/ 24 w 387"/>
              <a:gd name="T23" fmla="*/ 151 h 151"/>
              <a:gd name="T24" fmla="*/ 362 w 387"/>
              <a:gd name="T25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1">
                <a:moveTo>
                  <a:pt x="362" y="151"/>
                </a:moveTo>
                <a:cubicBezTo>
                  <a:pt x="376" y="151"/>
                  <a:pt x="387" y="140"/>
                  <a:pt x="387" y="127"/>
                </a:cubicBezTo>
                <a:lnTo>
                  <a:pt x="387" y="127"/>
                </a:lnTo>
                <a:lnTo>
                  <a:pt x="387" y="24"/>
                </a:lnTo>
                <a:cubicBezTo>
                  <a:pt x="387" y="11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1"/>
                  <a:pt x="0" y="24"/>
                </a:cubicBezTo>
                <a:lnTo>
                  <a:pt x="0" y="24"/>
                </a:lnTo>
                <a:lnTo>
                  <a:pt x="0" y="127"/>
                </a:lnTo>
                <a:cubicBezTo>
                  <a:pt x="0" y="140"/>
                  <a:pt x="10" y="151"/>
                  <a:pt x="24" y="151"/>
                </a:cubicBezTo>
                <a:lnTo>
                  <a:pt x="24" y="151"/>
                </a:lnTo>
                <a:lnTo>
                  <a:pt x="362" y="151"/>
                </a:ln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5" name="Freeform 20">
            <a:extLst>
              <a:ext uri="{FF2B5EF4-FFF2-40B4-BE49-F238E27FC236}">
                <a16:creationId xmlns:a16="http://schemas.microsoft.com/office/drawing/2014/main" id="{2BA2646A-4EC1-C44A-777F-CF4E1651A476}"/>
              </a:ext>
            </a:extLst>
          </p:cNvPr>
          <p:cNvSpPr>
            <a:spLocks/>
          </p:cNvSpPr>
          <p:nvPr/>
        </p:nvSpPr>
        <p:spPr bwMode="auto">
          <a:xfrm>
            <a:off x="5948364" y="3286126"/>
            <a:ext cx="371475" cy="146050"/>
          </a:xfrm>
          <a:custGeom>
            <a:avLst/>
            <a:gdLst>
              <a:gd name="T0" fmla="*/ 362 w 387"/>
              <a:gd name="T1" fmla="*/ 151 h 151"/>
              <a:gd name="T2" fmla="*/ 387 w 387"/>
              <a:gd name="T3" fmla="*/ 126 h 151"/>
              <a:gd name="T4" fmla="*/ 387 w 387"/>
              <a:gd name="T5" fmla="*/ 126 h 151"/>
              <a:gd name="T6" fmla="*/ 387 w 387"/>
              <a:gd name="T7" fmla="*/ 24 h 151"/>
              <a:gd name="T8" fmla="*/ 362 w 387"/>
              <a:gd name="T9" fmla="*/ 0 h 151"/>
              <a:gd name="T10" fmla="*/ 362 w 387"/>
              <a:gd name="T11" fmla="*/ 0 h 151"/>
              <a:gd name="T12" fmla="*/ 24 w 387"/>
              <a:gd name="T13" fmla="*/ 0 h 151"/>
              <a:gd name="T14" fmla="*/ 0 w 387"/>
              <a:gd name="T15" fmla="*/ 24 h 151"/>
              <a:gd name="T16" fmla="*/ 0 w 387"/>
              <a:gd name="T17" fmla="*/ 24 h 151"/>
              <a:gd name="T18" fmla="*/ 0 w 387"/>
              <a:gd name="T19" fmla="*/ 126 h 151"/>
              <a:gd name="T20" fmla="*/ 24 w 387"/>
              <a:gd name="T21" fmla="*/ 151 h 151"/>
              <a:gd name="T22" fmla="*/ 24 w 387"/>
              <a:gd name="T23" fmla="*/ 151 h 151"/>
              <a:gd name="T24" fmla="*/ 362 w 387"/>
              <a:gd name="T25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1">
                <a:moveTo>
                  <a:pt x="362" y="151"/>
                </a:moveTo>
                <a:cubicBezTo>
                  <a:pt x="376" y="151"/>
                  <a:pt x="387" y="140"/>
                  <a:pt x="387" y="126"/>
                </a:cubicBezTo>
                <a:lnTo>
                  <a:pt x="387" y="126"/>
                </a:lnTo>
                <a:lnTo>
                  <a:pt x="387" y="24"/>
                </a:lnTo>
                <a:cubicBezTo>
                  <a:pt x="387" y="10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0"/>
                  <a:pt x="0" y="24"/>
                </a:cubicBezTo>
                <a:lnTo>
                  <a:pt x="0" y="24"/>
                </a:lnTo>
                <a:lnTo>
                  <a:pt x="0" y="126"/>
                </a:lnTo>
                <a:cubicBezTo>
                  <a:pt x="0" y="140"/>
                  <a:pt x="10" y="151"/>
                  <a:pt x="24" y="151"/>
                </a:cubicBezTo>
                <a:lnTo>
                  <a:pt x="24" y="151"/>
                </a:lnTo>
                <a:lnTo>
                  <a:pt x="362" y="151"/>
                </a:ln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6" name="Freeform 21">
            <a:extLst>
              <a:ext uri="{FF2B5EF4-FFF2-40B4-BE49-F238E27FC236}">
                <a16:creationId xmlns:a16="http://schemas.microsoft.com/office/drawing/2014/main" id="{B6169A96-97CC-3A55-2BD8-FBB09BA2330D}"/>
              </a:ext>
            </a:extLst>
          </p:cNvPr>
          <p:cNvSpPr>
            <a:spLocks/>
          </p:cNvSpPr>
          <p:nvPr/>
        </p:nvSpPr>
        <p:spPr bwMode="auto">
          <a:xfrm>
            <a:off x="6099176" y="2728913"/>
            <a:ext cx="69850" cy="69850"/>
          </a:xfrm>
          <a:custGeom>
            <a:avLst/>
            <a:gdLst>
              <a:gd name="T0" fmla="*/ 0 w 44"/>
              <a:gd name="T1" fmla="*/ 21 h 44"/>
              <a:gd name="T2" fmla="*/ 22 w 44"/>
              <a:gd name="T3" fmla="*/ 0 h 44"/>
              <a:gd name="T4" fmla="*/ 44 w 44"/>
              <a:gd name="T5" fmla="*/ 21 h 44"/>
              <a:gd name="T6" fmla="*/ 44 w 44"/>
              <a:gd name="T7" fmla="*/ 21 h 44"/>
              <a:gd name="T8" fmla="*/ 22 w 44"/>
              <a:gd name="T9" fmla="*/ 44 h 44"/>
              <a:gd name="T10" fmla="*/ 0 w 44"/>
              <a:gd name="T11" fmla="*/ 2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1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33"/>
                  <a:pt x="34" y="44"/>
                  <a:pt x="22" y="44"/>
                </a:cubicBezTo>
                <a:cubicBezTo>
                  <a:pt x="10" y="44"/>
                  <a:pt x="0" y="33"/>
                  <a:pt x="0" y="21"/>
                </a:cubicBez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7" name="Freeform 22">
            <a:extLst>
              <a:ext uri="{FF2B5EF4-FFF2-40B4-BE49-F238E27FC236}">
                <a16:creationId xmlns:a16="http://schemas.microsoft.com/office/drawing/2014/main" id="{09D8C9DD-ACE4-7786-A4E3-661486AA3B46}"/>
              </a:ext>
            </a:extLst>
          </p:cNvPr>
          <p:cNvSpPr>
            <a:spLocks/>
          </p:cNvSpPr>
          <p:nvPr/>
        </p:nvSpPr>
        <p:spPr bwMode="auto">
          <a:xfrm>
            <a:off x="6099176" y="2844801"/>
            <a:ext cx="69850" cy="68263"/>
          </a:xfrm>
          <a:custGeom>
            <a:avLst/>
            <a:gdLst>
              <a:gd name="T0" fmla="*/ 0 w 44"/>
              <a:gd name="T1" fmla="*/ 22 h 43"/>
              <a:gd name="T2" fmla="*/ 22 w 44"/>
              <a:gd name="T3" fmla="*/ 0 h 43"/>
              <a:gd name="T4" fmla="*/ 44 w 44"/>
              <a:gd name="T5" fmla="*/ 22 h 43"/>
              <a:gd name="T6" fmla="*/ 44 w 44"/>
              <a:gd name="T7" fmla="*/ 22 h 43"/>
              <a:gd name="T8" fmla="*/ 22 w 44"/>
              <a:gd name="T9" fmla="*/ 43 h 43"/>
              <a:gd name="T10" fmla="*/ 0 w 44"/>
              <a:gd name="T11" fmla="*/ 22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3">
                <a:moveTo>
                  <a:pt x="0" y="22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3"/>
                  <a:pt x="22" y="43"/>
                </a:cubicBezTo>
                <a:cubicBezTo>
                  <a:pt x="10" y="43"/>
                  <a:pt x="0" y="34"/>
                  <a:pt x="0" y="22"/>
                </a:cubicBez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8" name="Freeform 23">
            <a:extLst>
              <a:ext uri="{FF2B5EF4-FFF2-40B4-BE49-F238E27FC236}">
                <a16:creationId xmlns:a16="http://schemas.microsoft.com/office/drawing/2014/main" id="{5D19E8BD-82DC-CB72-3124-6BF485BFC36E}"/>
              </a:ext>
            </a:extLst>
          </p:cNvPr>
          <p:cNvSpPr>
            <a:spLocks/>
          </p:cNvSpPr>
          <p:nvPr/>
        </p:nvSpPr>
        <p:spPr bwMode="auto">
          <a:xfrm>
            <a:off x="6099176" y="2960688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9" name="Freeform 24">
            <a:extLst>
              <a:ext uri="{FF2B5EF4-FFF2-40B4-BE49-F238E27FC236}">
                <a16:creationId xmlns:a16="http://schemas.microsoft.com/office/drawing/2014/main" id="{99895128-5C4A-9ED4-15CF-5E07C8A38CB0}"/>
              </a:ext>
            </a:extLst>
          </p:cNvPr>
          <p:cNvSpPr>
            <a:spLocks/>
          </p:cNvSpPr>
          <p:nvPr/>
        </p:nvSpPr>
        <p:spPr bwMode="auto">
          <a:xfrm>
            <a:off x="5635626" y="2076451"/>
            <a:ext cx="271463" cy="69850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0" name="Freeform 25">
            <a:extLst>
              <a:ext uri="{FF2B5EF4-FFF2-40B4-BE49-F238E27FC236}">
                <a16:creationId xmlns:a16="http://schemas.microsoft.com/office/drawing/2014/main" id="{146EFDA5-7363-CEAF-55EC-D77E132487C0}"/>
              </a:ext>
            </a:extLst>
          </p:cNvPr>
          <p:cNvSpPr>
            <a:spLocks/>
          </p:cNvSpPr>
          <p:nvPr/>
        </p:nvSpPr>
        <p:spPr bwMode="auto">
          <a:xfrm>
            <a:off x="5635626" y="2327276"/>
            <a:ext cx="271463" cy="69850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1" name="Freeform 26">
            <a:extLst>
              <a:ext uri="{FF2B5EF4-FFF2-40B4-BE49-F238E27FC236}">
                <a16:creationId xmlns:a16="http://schemas.microsoft.com/office/drawing/2014/main" id="{8D4210A9-79C8-86A8-6274-38483602702B}"/>
              </a:ext>
            </a:extLst>
          </p:cNvPr>
          <p:cNvSpPr>
            <a:spLocks/>
          </p:cNvSpPr>
          <p:nvPr/>
        </p:nvSpPr>
        <p:spPr bwMode="auto">
          <a:xfrm>
            <a:off x="5635626" y="2576513"/>
            <a:ext cx="271463" cy="69850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2" name="Freeform 27">
            <a:extLst>
              <a:ext uri="{FF2B5EF4-FFF2-40B4-BE49-F238E27FC236}">
                <a16:creationId xmlns:a16="http://schemas.microsoft.com/office/drawing/2014/main" id="{8D90576D-5619-CCCB-DEC8-0FDC3CF9A13A}"/>
              </a:ext>
            </a:extLst>
          </p:cNvPr>
          <p:cNvSpPr>
            <a:spLocks/>
          </p:cNvSpPr>
          <p:nvPr/>
        </p:nvSpPr>
        <p:spPr bwMode="auto">
          <a:xfrm>
            <a:off x="5635626" y="3111501"/>
            <a:ext cx="271463" cy="69850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3" name="Freeform 28">
            <a:extLst>
              <a:ext uri="{FF2B5EF4-FFF2-40B4-BE49-F238E27FC236}">
                <a16:creationId xmlns:a16="http://schemas.microsoft.com/office/drawing/2014/main" id="{A765E1A4-7192-C511-5CAB-7E2A98512F03}"/>
              </a:ext>
            </a:extLst>
          </p:cNvPr>
          <p:cNvSpPr>
            <a:spLocks/>
          </p:cNvSpPr>
          <p:nvPr/>
        </p:nvSpPr>
        <p:spPr bwMode="auto">
          <a:xfrm>
            <a:off x="5635626" y="3321051"/>
            <a:ext cx="271463" cy="69850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4" name="Freeform 29">
            <a:extLst>
              <a:ext uri="{FF2B5EF4-FFF2-40B4-BE49-F238E27FC236}">
                <a16:creationId xmlns:a16="http://schemas.microsoft.com/office/drawing/2014/main" id="{CCC88E7D-80CF-9E2A-BD18-83B94E283E99}"/>
              </a:ext>
            </a:extLst>
          </p:cNvPr>
          <p:cNvSpPr>
            <a:spLocks/>
          </p:cNvSpPr>
          <p:nvPr/>
        </p:nvSpPr>
        <p:spPr bwMode="auto">
          <a:xfrm>
            <a:off x="5924551" y="3881438"/>
            <a:ext cx="419100" cy="1482725"/>
          </a:xfrm>
          <a:custGeom>
            <a:avLst/>
            <a:gdLst>
              <a:gd name="T0" fmla="*/ 363 w 436"/>
              <a:gd name="T1" fmla="*/ 1542 h 1542"/>
              <a:gd name="T2" fmla="*/ 436 w 436"/>
              <a:gd name="T3" fmla="*/ 1470 h 1542"/>
              <a:gd name="T4" fmla="*/ 436 w 436"/>
              <a:gd name="T5" fmla="*/ 1470 h 1542"/>
              <a:gd name="T6" fmla="*/ 436 w 436"/>
              <a:gd name="T7" fmla="*/ 73 h 1542"/>
              <a:gd name="T8" fmla="*/ 363 w 436"/>
              <a:gd name="T9" fmla="*/ 0 h 1542"/>
              <a:gd name="T10" fmla="*/ 363 w 436"/>
              <a:gd name="T11" fmla="*/ 0 h 1542"/>
              <a:gd name="T12" fmla="*/ 73 w 436"/>
              <a:gd name="T13" fmla="*/ 0 h 1542"/>
              <a:gd name="T14" fmla="*/ 0 w 436"/>
              <a:gd name="T15" fmla="*/ 73 h 1542"/>
              <a:gd name="T16" fmla="*/ 0 w 436"/>
              <a:gd name="T17" fmla="*/ 1470 h 1542"/>
              <a:gd name="T18" fmla="*/ 73 w 436"/>
              <a:gd name="T19" fmla="*/ 1542 h 1542"/>
              <a:gd name="T20" fmla="*/ 363 w 436"/>
              <a:gd name="T21" fmla="*/ 1542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36" h="1542">
                <a:moveTo>
                  <a:pt x="363" y="1542"/>
                </a:moveTo>
                <a:cubicBezTo>
                  <a:pt x="403" y="1542"/>
                  <a:pt x="436" y="1510"/>
                  <a:pt x="436" y="1470"/>
                </a:cubicBezTo>
                <a:lnTo>
                  <a:pt x="436" y="1470"/>
                </a:lnTo>
                <a:lnTo>
                  <a:pt x="436" y="73"/>
                </a:lnTo>
                <a:cubicBezTo>
                  <a:pt x="436" y="33"/>
                  <a:pt x="403" y="0"/>
                  <a:pt x="363" y="0"/>
                </a:cubicBezTo>
                <a:lnTo>
                  <a:pt x="363" y="0"/>
                </a:lnTo>
                <a:lnTo>
                  <a:pt x="73" y="0"/>
                </a:lnTo>
                <a:cubicBezTo>
                  <a:pt x="33" y="0"/>
                  <a:pt x="0" y="33"/>
                  <a:pt x="0" y="73"/>
                </a:cubicBezTo>
                <a:lnTo>
                  <a:pt x="0" y="1470"/>
                </a:lnTo>
                <a:cubicBezTo>
                  <a:pt x="0" y="1510"/>
                  <a:pt x="33" y="1542"/>
                  <a:pt x="73" y="1542"/>
                </a:cubicBezTo>
                <a:lnTo>
                  <a:pt x="363" y="1542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5" name="Freeform 30">
            <a:extLst>
              <a:ext uri="{FF2B5EF4-FFF2-40B4-BE49-F238E27FC236}">
                <a16:creationId xmlns:a16="http://schemas.microsoft.com/office/drawing/2014/main" id="{68A6CE73-EC1F-A061-FF4F-CA7E26DD2B28}"/>
              </a:ext>
            </a:extLst>
          </p:cNvPr>
          <p:cNvSpPr>
            <a:spLocks/>
          </p:cNvSpPr>
          <p:nvPr/>
        </p:nvSpPr>
        <p:spPr bwMode="auto">
          <a:xfrm>
            <a:off x="5948364" y="3935413"/>
            <a:ext cx="371475" cy="144463"/>
          </a:xfrm>
          <a:custGeom>
            <a:avLst/>
            <a:gdLst>
              <a:gd name="T0" fmla="*/ 362 w 387"/>
              <a:gd name="T1" fmla="*/ 151 h 151"/>
              <a:gd name="T2" fmla="*/ 387 w 387"/>
              <a:gd name="T3" fmla="*/ 127 h 151"/>
              <a:gd name="T4" fmla="*/ 387 w 387"/>
              <a:gd name="T5" fmla="*/ 127 h 151"/>
              <a:gd name="T6" fmla="*/ 387 w 387"/>
              <a:gd name="T7" fmla="*/ 24 h 151"/>
              <a:gd name="T8" fmla="*/ 362 w 387"/>
              <a:gd name="T9" fmla="*/ 0 h 151"/>
              <a:gd name="T10" fmla="*/ 362 w 387"/>
              <a:gd name="T11" fmla="*/ 0 h 151"/>
              <a:gd name="T12" fmla="*/ 24 w 387"/>
              <a:gd name="T13" fmla="*/ 0 h 151"/>
              <a:gd name="T14" fmla="*/ 0 w 387"/>
              <a:gd name="T15" fmla="*/ 24 h 151"/>
              <a:gd name="T16" fmla="*/ 0 w 387"/>
              <a:gd name="T17" fmla="*/ 24 h 151"/>
              <a:gd name="T18" fmla="*/ 0 w 387"/>
              <a:gd name="T19" fmla="*/ 127 h 151"/>
              <a:gd name="T20" fmla="*/ 24 w 387"/>
              <a:gd name="T21" fmla="*/ 151 h 151"/>
              <a:gd name="T22" fmla="*/ 24 w 387"/>
              <a:gd name="T23" fmla="*/ 151 h 151"/>
              <a:gd name="T24" fmla="*/ 362 w 387"/>
              <a:gd name="T25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1">
                <a:moveTo>
                  <a:pt x="362" y="151"/>
                </a:moveTo>
                <a:cubicBezTo>
                  <a:pt x="376" y="151"/>
                  <a:pt x="387" y="140"/>
                  <a:pt x="387" y="127"/>
                </a:cubicBezTo>
                <a:lnTo>
                  <a:pt x="387" y="127"/>
                </a:lnTo>
                <a:lnTo>
                  <a:pt x="387" y="24"/>
                </a:lnTo>
                <a:cubicBezTo>
                  <a:pt x="387" y="11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1"/>
                  <a:pt x="0" y="24"/>
                </a:cubicBezTo>
                <a:lnTo>
                  <a:pt x="0" y="24"/>
                </a:lnTo>
                <a:lnTo>
                  <a:pt x="0" y="127"/>
                </a:lnTo>
                <a:cubicBezTo>
                  <a:pt x="0" y="140"/>
                  <a:pt x="10" y="151"/>
                  <a:pt x="24" y="151"/>
                </a:cubicBezTo>
                <a:lnTo>
                  <a:pt x="24" y="151"/>
                </a:lnTo>
                <a:lnTo>
                  <a:pt x="362" y="151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6" name="Freeform 31">
            <a:extLst>
              <a:ext uri="{FF2B5EF4-FFF2-40B4-BE49-F238E27FC236}">
                <a16:creationId xmlns:a16="http://schemas.microsoft.com/office/drawing/2014/main" id="{E25B416E-2D2D-6EF3-DEAC-6CD59810A7DC}"/>
              </a:ext>
            </a:extLst>
          </p:cNvPr>
          <p:cNvSpPr>
            <a:spLocks/>
          </p:cNvSpPr>
          <p:nvPr/>
        </p:nvSpPr>
        <p:spPr bwMode="auto">
          <a:xfrm>
            <a:off x="5948364" y="4173538"/>
            <a:ext cx="371475" cy="144463"/>
          </a:xfrm>
          <a:custGeom>
            <a:avLst/>
            <a:gdLst>
              <a:gd name="T0" fmla="*/ 362 w 387"/>
              <a:gd name="T1" fmla="*/ 151 h 151"/>
              <a:gd name="T2" fmla="*/ 387 w 387"/>
              <a:gd name="T3" fmla="*/ 127 h 151"/>
              <a:gd name="T4" fmla="*/ 387 w 387"/>
              <a:gd name="T5" fmla="*/ 127 h 151"/>
              <a:gd name="T6" fmla="*/ 387 w 387"/>
              <a:gd name="T7" fmla="*/ 24 h 151"/>
              <a:gd name="T8" fmla="*/ 362 w 387"/>
              <a:gd name="T9" fmla="*/ 0 h 151"/>
              <a:gd name="T10" fmla="*/ 362 w 387"/>
              <a:gd name="T11" fmla="*/ 0 h 151"/>
              <a:gd name="T12" fmla="*/ 24 w 387"/>
              <a:gd name="T13" fmla="*/ 0 h 151"/>
              <a:gd name="T14" fmla="*/ 0 w 387"/>
              <a:gd name="T15" fmla="*/ 24 h 151"/>
              <a:gd name="T16" fmla="*/ 0 w 387"/>
              <a:gd name="T17" fmla="*/ 24 h 151"/>
              <a:gd name="T18" fmla="*/ 0 w 387"/>
              <a:gd name="T19" fmla="*/ 127 h 151"/>
              <a:gd name="T20" fmla="*/ 24 w 387"/>
              <a:gd name="T21" fmla="*/ 151 h 151"/>
              <a:gd name="T22" fmla="*/ 24 w 387"/>
              <a:gd name="T23" fmla="*/ 151 h 151"/>
              <a:gd name="T24" fmla="*/ 362 w 387"/>
              <a:gd name="T25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1">
                <a:moveTo>
                  <a:pt x="362" y="151"/>
                </a:moveTo>
                <a:cubicBezTo>
                  <a:pt x="376" y="151"/>
                  <a:pt x="387" y="140"/>
                  <a:pt x="387" y="127"/>
                </a:cubicBezTo>
                <a:lnTo>
                  <a:pt x="387" y="127"/>
                </a:lnTo>
                <a:lnTo>
                  <a:pt x="387" y="24"/>
                </a:lnTo>
                <a:cubicBezTo>
                  <a:pt x="387" y="11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1"/>
                  <a:pt x="0" y="24"/>
                </a:cubicBezTo>
                <a:lnTo>
                  <a:pt x="0" y="24"/>
                </a:lnTo>
                <a:lnTo>
                  <a:pt x="0" y="127"/>
                </a:lnTo>
                <a:cubicBezTo>
                  <a:pt x="0" y="140"/>
                  <a:pt x="10" y="151"/>
                  <a:pt x="24" y="151"/>
                </a:cubicBezTo>
                <a:lnTo>
                  <a:pt x="24" y="151"/>
                </a:lnTo>
                <a:lnTo>
                  <a:pt x="362" y="151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7" name="Freeform 32">
            <a:extLst>
              <a:ext uri="{FF2B5EF4-FFF2-40B4-BE49-F238E27FC236}">
                <a16:creationId xmlns:a16="http://schemas.microsoft.com/office/drawing/2014/main" id="{8EF4782C-112A-3C8D-2F3E-3D62D7966281}"/>
              </a:ext>
            </a:extLst>
          </p:cNvPr>
          <p:cNvSpPr>
            <a:spLocks/>
          </p:cNvSpPr>
          <p:nvPr/>
        </p:nvSpPr>
        <p:spPr bwMode="auto">
          <a:xfrm>
            <a:off x="5948364" y="4419601"/>
            <a:ext cx="371475" cy="146050"/>
          </a:xfrm>
          <a:custGeom>
            <a:avLst/>
            <a:gdLst>
              <a:gd name="T0" fmla="*/ 362 w 387"/>
              <a:gd name="T1" fmla="*/ 151 h 151"/>
              <a:gd name="T2" fmla="*/ 387 w 387"/>
              <a:gd name="T3" fmla="*/ 127 h 151"/>
              <a:gd name="T4" fmla="*/ 387 w 387"/>
              <a:gd name="T5" fmla="*/ 127 h 151"/>
              <a:gd name="T6" fmla="*/ 387 w 387"/>
              <a:gd name="T7" fmla="*/ 24 h 151"/>
              <a:gd name="T8" fmla="*/ 362 w 387"/>
              <a:gd name="T9" fmla="*/ 0 h 151"/>
              <a:gd name="T10" fmla="*/ 362 w 387"/>
              <a:gd name="T11" fmla="*/ 0 h 151"/>
              <a:gd name="T12" fmla="*/ 24 w 387"/>
              <a:gd name="T13" fmla="*/ 0 h 151"/>
              <a:gd name="T14" fmla="*/ 0 w 387"/>
              <a:gd name="T15" fmla="*/ 24 h 151"/>
              <a:gd name="T16" fmla="*/ 0 w 387"/>
              <a:gd name="T17" fmla="*/ 24 h 151"/>
              <a:gd name="T18" fmla="*/ 0 w 387"/>
              <a:gd name="T19" fmla="*/ 127 h 151"/>
              <a:gd name="T20" fmla="*/ 24 w 387"/>
              <a:gd name="T21" fmla="*/ 151 h 151"/>
              <a:gd name="T22" fmla="*/ 24 w 387"/>
              <a:gd name="T23" fmla="*/ 151 h 151"/>
              <a:gd name="T24" fmla="*/ 362 w 387"/>
              <a:gd name="T25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1">
                <a:moveTo>
                  <a:pt x="362" y="151"/>
                </a:moveTo>
                <a:cubicBezTo>
                  <a:pt x="376" y="151"/>
                  <a:pt x="387" y="140"/>
                  <a:pt x="387" y="127"/>
                </a:cubicBezTo>
                <a:lnTo>
                  <a:pt x="387" y="127"/>
                </a:lnTo>
                <a:lnTo>
                  <a:pt x="387" y="24"/>
                </a:lnTo>
                <a:cubicBezTo>
                  <a:pt x="387" y="11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1"/>
                  <a:pt x="0" y="24"/>
                </a:cubicBezTo>
                <a:lnTo>
                  <a:pt x="0" y="24"/>
                </a:lnTo>
                <a:lnTo>
                  <a:pt x="0" y="127"/>
                </a:lnTo>
                <a:cubicBezTo>
                  <a:pt x="0" y="140"/>
                  <a:pt x="10" y="151"/>
                  <a:pt x="24" y="151"/>
                </a:cubicBezTo>
                <a:lnTo>
                  <a:pt x="24" y="151"/>
                </a:lnTo>
                <a:lnTo>
                  <a:pt x="362" y="151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8" name="Freeform 33">
            <a:extLst>
              <a:ext uri="{FF2B5EF4-FFF2-40B4-BE49-F238E27FC236}">
                <a16:creationId xmlns:a16="http://schemas.microsoft.com/office/drawing/2014/main" id="{315B93B1-F884-AE82-FDFC-96B31AC11BA5}"/>
              </a:ext>
            </a:extLst>
          </p:cNvPr>
          <p:cNvSpPr>
            <a:spLocks/>
          </p:cNvSpPr>
          <p:nvPr/>
        </p:nvSpPr>
        <p:spPr bwMode="auto">
          <a:xfrm>
            <a:off x="5948364" y="4918076"/>
            <a:ext cx="371475" cy="144463"/>
          </a:xfrm>
          <a:custGeom>
            <a:avLst/>
            <a:gdLst>
              <a:gd name="T0" fmla="*/ 362 w 387"/>
              <a:gd name="T1" fmla="*/ 151 h 151"/>
              <a:gd name="T2" fmla="*/ 387 w 387"/>
              <a:gd name="T3" fmla="*/ 127 h 151"/>
              <a:gd name="T4" fmla="*/ 387 w 387"/>
              <a:gd name="T5" fmla="*/ 127 h 151"/>
              <a:gd name="T6" fmla="*/ 387 w 387"/>
              <a:gd name="T7" fmla="*/ 24 h 151"/>
              <a:gd name="T8" fmla="*/ 362 w 387"/>
              <a:gd name="T9" fmla="*/ 0 h 151"/>
              <a:gd name="T10" fmla="*/ 362 w 387"/>
              <a:gd name="T11" fmla="*/ 0 h 151"/>
              <a:gd name="T12" fmla="*/ 24 w 387"/>
              <a:gd name="T13" fmla="*/ 0 h 151"/>
              <a:gd name="T14" fmla="*/ 0 w 387"/>
              <a:gd name="T15" fmla="*/ 24 h 151"/>
              <a:gd name="T16" fmla="*/ 0 w 387"/>
              <a:gd name="T17" fmla="*/ 24 h 151"/>
              <a:gd name="T18" fmla="*/ 0 w 387"/>
              <a:gd name="T19" fmla="*/ 127 h 151"/>
              <a:gd name="T20" fmla="*/ 24 w 387"/>
              <a:gd name="T21" fmla="*/ 151 h 151"/>
              <a:gd name="T22" fmla="*/ 24 w 387"/>
              <a:gd name="T23" fmla="*/ 151 h 151"/>
              <a:gd name="T24" fmla="*/ 362 w 387"/>
              <a:gd name="T25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1">
                <a:moveTo>
                  <a:pt x="362" y="151"/>
                </a:moveTo>
                <a:cubicBezTo>
                  <a:pt x="376" y="151"/>
                  <a:pt x="387" y="140"/>
                  <a:pt x="387" y="127"/>
                </a:cubicBezTo>
                <a:lnTo>
                  <a:pt x="387" y="127"/>
                </a:lnTo>
                <a:lnTo>
                  <a:pt x="387" y="24"/>
                </a:lnTo>
                <a:cubicBezTo>
                  <a:pt x="387" y="11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1"/>
                  <a:pt x="0" y="24"/>
                </a:cubicBezTo>
                <a:lnTo>
                  <a:pt x="0" y="24"/>
                </a:lnTo>
                <a:lnTo>
                  <a:pt x="0" y="127"/>
                </a:lnTo>
                <a:cubicBezTo>
                  <a:pt x="0" y="140"/>
                  <a:pt x="10" y="151"/>
                  <a:pt x="24" y="151"/>
                </a:cubicBezTo>
                <a:lnTo>
                  <a:pt x="24" y="151"/>
                </a:lnTo>
                <a:lnTo>
                  <a:pt x="362" y="151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9" name="Freeform 34">
            <a:extLst>
              <a:ext uri="{FF2B5EF4-FFF2-40B4-BE49-F238E27FC236}">
                <a16:creationId xmlns:a16="http://schemas.microsoft.com/office/drawing/2014/main" id="{6BC58D3C-3594-3798-4463-05A3FDB68D41}"/>
              </a:ext>
            </a:extLst>
          </p:cNvPr>
          <p:cNvSpPr>
            <a:spLocks/>
          </p:cNvSpPr>
          <p:nvPr/>
        </p:nvSpPr>
        <p:spPr bwMode="auto">
          <a:xfrm>
            <a:off x="5948364" y="5167313"/>
            <a:ext cx="371475" cy="144463"/>
          </a:xfrm>
          <a:custGeom>
            <a:avLst/>
            <a:gdLst>
              <a:gd name="T0" fmla="*/ 362 w 387"/>
              <a:gd name="T1" fmla="*/ 151 h 151"/>
              <a:gd name="T2" fmla="*/ 387 w 387"/>
              <a:gd name="T3" fmla="*/ 127 h 151"/>
              <a:gd name="T4" fmla="*/ 387 w 387"/>
              <a:gd name="T5" fmla="*/ 127 h 151"/>
              <a:gd name="T6" fmla="*/ 387 w 387"/>
              <a:gd name="T7" fmla="*/ 24 h 151"/>
              <a:gd name="T8" fmla="*/ 362 w 387"/>
              <a:gd name="T9" fmla="*/ 0 h 151"/>
              <a:gd name="T10" fmla="*/ 362 w 387"/>
              <a:gd name="T11" fmla="*/ 0 h 151"/>
              <a:gd name="T12" fmla="*/ 24 w 387"/>
              <a:gd name="T13" fmla="*/ 0 h 151"/>
              <a:gd name="T14" fmla="*/ 0 w 387"/>
              <a:gd name="T15" fmla="*/ 24 h 151"/>
              <a:gd name="T16" fmla="*/ 0 w 387"/>
              <a:gd name="T17" fmla="*/ 24 h 151"/>
              <a:gd name="T18" fmla="*/ 0 w 387"/>
              <a:gd name="T19" fmla="*/ 127 h 151"/>
              <a:gd name="T20" fmla="*/ 24 w 387"/>
              <a:gd name="T21" fmla="*/ 151 h 151"/>
              <a:gd name="T22" fmla="*/ 24 w 387"/>
              <a:gd name="T23" fmla="*/ 151 h 151"/>
              <a:gd name="T24" fmla="*/ 362 w 387"/>
              <a:gd name="T25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7" h="151">
                <a:moveTo>
                  <a:pt x="362" y="151"/>
                </a:moveTo>
                <a:cubicBezTo>
                  <a:pt x="376" y="151"/>
                  <a:pt x="387" y="140"/>
                  <a:pt x="387" y="127"/>
                </a:cubicBezTo>
                <a:lnTo>
                  <a:pt x="387" y="127"/>
                </a:lnTo>
                <a:lnTo>
                  <a:pt x="387" y="24"/>
                </a:lnTo>
                <a:cubicBezTo>
                  <a:pt x="387" y="11"/>
                  <a:pt x="376" y="0"/>
                  <a:pt x="362" y="0"/>
                </a:cubicBezTo>
                <a:lnTo>
                  <a:pt x="362" y="0"/>
                </a:lnTo>
                <a:lnTo>
                  <a:pt x="24" y="0"/>
                </a:lnTo>
                <a:cubicBezTo>
                  <a:pt x="10" y="0"/>
                  <a:pt x="0" y="11"/>
                  <a:pt x="0" y="24"/>
                </a:cubicBezTo>
                <a:lnTo>
                  <a:pt x="0" y="24"/>
                </a:lnTo>
                <a:lnTo>
                  <a:pt x="0" y="127"/>
                </a:lnTo>
                <a:cubicBezTo>
                  <a:pt x="0" y="140"/>
                  <a:pt x="10" y="151"/>
                  <a:pt x="24" y="151"/>
                </a:cubicBezTo>
                <a:lnTo>
                  <a:pt x="24" y="151"/>
                </a:lnTo>
                <a:lnTo>
                  <a:pt x="362" y="151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0" name="Freeform 35">
            <a:extLst>
              <a:ext uri="{FF2B5EF4-FFF2-40B4-BE49-F238E27FC236}">
                <a16:creationId xmlns:a16="http://schemas.microsoft.com/office/drawing/2014/main" id="{3D5BFB87-D000-FB94-AF2A-7FD87B81CCE5}"/>
              </a:ext>
            </a:extLst>
          </p:cNvPr>
          <p:cNvSpPr>
            <a:spLocks/>
          </p:cNvSpPr>
          <p:nvPr/>
        </p:nvSpPr>
        <p:spPr bwMode="auto">
          <a:xfrm>
            <a:off x="6099176" y="4594226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1" name="Freeform 36">
            <a:extLst>
              <a:ext uri="{FF2B5EF4-FFF2-40B4-BE49-F238E27FC236}">
                <a16:creationId xmlns:a16="http://schemas.microsoft.com/office/drawing/2014/main" id="{8FA7EB76-0BFA-43BD-9BEB-514A773C91FA}"/>
              </a:ext>
            </a:extLst>
          </p:cNvPr>
          <p:cNvSpPr>
            <a:spLocks/>
          </p:cNvSpPr>
          <p:nvPr/>
        </p:nvSpPr>
        <p:spPr bwMode="auto">
          <a:xfrm>
            <a:off x="6099176" y="4710113"/>
            <a:ext cx="69850" cy="71438"/>
          </a:xfrm>
          <a:custGeom>
            <a:avLst/>
            <a:gdLst>
              <a:gd name="T0" fmla="*/ 0 w 44"/>
              <a:gd name="T1" fmla="*/ 22 h 45"/>
              <a:gd name="T2" fmla="*/ 22 w 44"/>
              <a:gd name="T3" fmla="*/ 0 h 45"/>
              <a:gd name="T4" fmla="*/ 44 w 44"/>
              <a:gd name="T5" fmla="*/ 22 h 45"/>
              <a:gd name="T6" fmla="*/ 44 w 44"/>
              <a:gd name="T7" fmla="*/ 22 h 45"/>
              <a:gd name="T8" fmla="*/ 22 w 44"/>
              <a:gd name="T9" fmla="*/ 45 h 45"/>
              <a:gd name="T10" fmla="*/ 0 w 44"/>
              <a:gd name="T11" fmla="*/ 22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5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5"/>
                  <a:pt x="22" y="45"/>
                </a:cubicBezTo>
                <a:cubicBezTo>
                  <a:pt x="10" y="45"/>
                  <a:pt x="0" y="34"/>
                  <a:pt x="0" y="22"/>
                </a:cubicBez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2" name="Freeform 37">
            <a:extLst>
              <a:ext uri="{FF2B5EF4-FFF2-40B4-BE49-F238E27FC236}">
                <a16:creationId xmlns:a16="http://schemas.microsoft.com/office/drawing/2014/main" id="{B10259E0-8077-1D29-1298-590C905FC30A}"/>
              </a:ext>
            </a:extLst>
          </p:cNvPr>
          <p:cNvSpPr>
            <a:spLocks/>
          </p:cNvSpPr>
          <p:nvPr/>
        </p:nvSpPr>
        <p:spPr bwMode="auto">
          <a:xfrm>
            <a:off x="6099176" y="4827588"/>
            <a:ext cx="69850" cy="69850"/>
          </a:xfrm>
          <a:custGeom>
            <a:avLst/>
            <a:gdLst>
              <a:gd name="T0" fmla="*/ 0 w 44"/>
              <a:gd name="T1" fmla="*/ 21 h 44"/>
              <a:gd name="T2" fmla="*/ 22 w 44"/>
              <a:gd name="T3" fmla="*/ 0 h 44"/>
              <a:gd name="T4" fmla="*/ 44 w 44"/>
              <a:gd name="T5" fmla="*/ 21 h 44"/>
              <a:gd name="T6" fmla="*/ 44 w 44"/>
              <a:gd name="T7" fmla="*/ 21 h 44"/>
              <a:gd name="T8" fmla="*/ 22 w 44"/>
              <a:gd name="T9" fmla="*/ 44 h 44"/>
              <a:gd name="T10" fmla="*/ 0 w 44"/>
              <a:gd name="T11" fmla="*/ 2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1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1"/>
                </a:cubicBezTo>
              </a:path>
            </a:pathLst>
          </a:cu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3" name="Freeform 38">
            <a:extLst>
              <a:ext uri="{FF2B5EF4-FFF2-40B4-BE49-F238E27FC236}">
                <a16:creationId xmlns:a16="http://schemas.microsoft.com/office/drawing/2014/main" id="{A197FF78-3FCD-B765-EF5B-6ED9C6BA4415}"/>
              </a:ext>
            </a:extLst>
          </p:cNvPr>
          <p:cNvSpPr>
            <a:spLocks/>
          </p:cNvSpPr>
          <p:nvPr/>
        </p:nvSpPr>
        <p:spPr bwMode="auto">
          <a:xfrm>
            <a:off x="5635626" y="3975101"/>
            <a:ext cx="271463" cy="69850"/>
          </a:xfrm>
          <a:prstGeom prst="rightArrow">
            <a:avLst/>
          </a:pr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4" name="Freeform 39">
            <a:extLst>
              <a:ext uri="{FF2B5EF4-FFF2-40B4-BE49-F238E27FC236}">
                <a16:creationId xmlns:a16="http://schemas.microsoft.com/office/drawing/2014/main" id="{4BD78E1F-630C-8A69-ABF6-CBF83744D971}"/>
              </a:ext>
            </a:extLst>
          </p:cNvPr>
          <p:cNvSpPr>
            <a:spLocks/>
          </p:cNvSpPr>
          <p:nvPr/>
        </p:nvSpPr>
        <p:spPr bwMode="auto">
          <a:xfrm>
            <a:off x="5635626" y="4213226"/>
            <a:ext cx="271463" cy="69850"/>
          </a:xfrm>
          <a:prstGeom prst="rightArrow">
            <a:avLst/>
          </a:pr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5" name="Freeform 40">
            <a:extLst>
              <a:ext uri="{FF2B5EF4-FFF2-40B4-BE49-F238E27FC236}">
                <a16:creationId xmlns:a16="http://schemas.microsoft.com/office/drawing/2014/main" id="{45B161DF-9F02-347B-E03F-E4F0B22FAFE2}"/>
              </a:ext>
            </a:extLst>
          </p:cNvPr>
          <p:cNvSpPr>
            <a:spLocks/>
          </p:cNvSpPr>
          <p:nvPr/>
        </p:nvSpPr>
        <p:spPr bwMode="auto">
          <a:xfrm>
            <a:off x="5635626" y="4460876"/>
            <a:ext cx="271463" cy="69850"/>
          </a:xfrm>
          <a:prstGeom prst="rightArrow">
            <a:avLst/>
          </a:pr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6" name="Freeform 41">
            <a:extLst>
              <a:ext uri="{FF2B5EF4-FFF2-40B4-BE49-F238E27FC236}">
                <a16:creationId xmlns:a16="http://schemas.microsoft.com/office/drawing/2014/main" id="{B668C6FB-8134-276E-18D5-C3FDC1EE2154}"/>
              </a:ext>
            </a:extLst>
          </p:cNvPr>
          <p:cNvSpPr>
            <a:spLocks/>
          </p:cNvSpPr>
          <p:nvPr/>
        </p:nvSpPr>
        <p:spPr bwMode="auto">
          <a:xfrm>
            <a:off x="5635626" y="4960938"/>
            <a:ext cx="271463" cy="69850"/>
          </a:xfrm>
          <a:prstGeom prst="rightArrow">
            <a:avLst/>
          </a:pr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7" name="Freeform 42">
            <a:extLst>
              <a:ext uri="{FF2B5EF4-FFF2-40B4-BE49-F238E27FC236}">
                <a16:creationId xmlns:a16="http://schemas.microsoft.com/office/drawing/2014/main" id="{929527D3-6078-F120-DFA0-C62533DE6295}"/>
              </a:ext>
            </a:extLst>
          </p:cNvPr>
          <p:cNvSpPr>
            <a:spLocks/>
          </p:cNvSpPr>
          <p:nvPr/>
        </p:nvSpPr>
        <p:spPr bwMode="auto">
          <a:xfrm>
            <a:off x="5635626" y="5202238"/>
            <a:ext cx="271463" cy="69850"/>
          </a:xfrm>
          <a:prstGeom prst="rightArrow">
            <a:avLst/>
          </a:pr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8" name="Freeform 43">
            <a:extLst>
              <a:ext uri="{FF2B5EF4-FFF2-40B4-BE49-F238E27FC236}">
                <a16:creationId xmlns:a16="http://schemas.microsoft.com/office/drawing/2014/main" id="{98FDCC06-07B0-F6B9-06B0-D58E7FEEE435}"/>
              </a:ext>
            </a:extLst>
          </p:cNvPr>
          <p:cNvSpPr>
            <a:spLocks/>
          </p:cNvSpPr>
          <p:nvPr/>
        </p:nvSpPr>
        <p:spPr bwMode="auto">
          <a:xfrm>
            <a:off x="6291264" y="3513138"/>
            <a:ext cx="255588" cy="104775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9" name="Freeform 44">
            <a:extLst>
              <a:ext uri="{FF2B5EF4-FFF2-40B4-BE49-F238E27FC236}">
                <a16:creationId xmlns:a16="http://schemas.microsoft.com/office/drawing/2014/main" id="{06C8B652-4FFC-2A2E-C2DA-F7D2EBB2FCA6}"/>
              </a:ext>
            </a:extLst>
          </p:cNvPr>
          <p:cNvSpPr>
            <a:spLocks/>
          </p:cNvSpPr>
          <p:nvPr/>
        </p:nvSpPr>
        <p:spPr bwMode="auto">
          <a:xfrm>
            <a:off x="6291264" y="3733801"/>
            <a:ext cx="255588" cy="104775"/>
          </a:xfrm>
          <a:prstGeom prst="rightArrow">
            <a:avLst/>
          </a:pr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0" name="Freeform 45">
            <a:extLst>
              <a:ext uri="{FF2B5EF4-FFF2-40B4-BE49-F238E27FC236}">
                <a16:creationId xmlns:a16="http://schemas.microsoft.com/office/drawing/2014/main" id="{120F1101-41E5-56BF-2031-C3A002747897}"/>
              </a:ext>
            </a:extLst>
          </p:cNvPr>
          <p:cNvSpPr>
            <a:spLocks/>
          </p:cNvSpPr>
          <p:nvPr/>
        </p:nvSpPr>
        <p:spPr bwMode="auto">
          <a:xfrm>
            <a:off x="6343651" y="2786063"/>
            <a:ext cx="203200" cy="104775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1" name="Freeform 46">
            <a:extLst>
              <a:ext uri="{FF2B5EF4-FFF2-40B4-BE49-F238E27FC236}">
                <a16:creationId xmlns:a16="http://schemas.microsoft.com/office/drawing/2014/main" id="{37B4E7DA-A277-C24D-F669-5A5C0FB941CC}"/>
              </a:ext>
            </a:extLst>
          </p:cNvPr>
          <p:cNvSpPr>
            <a:spLocks/>
          </p:cNvSpPr>
          <p:nvPr/>
        </p:nvSpPr>
        <p:spPr bwMode="auto">
          <a:xfrm>
            <a:off x="6343651" y="4524376"/>
            <a:ext cx="203200" cy="104775"/>
          </a:xfrm>
          <a:prstGeom prst="rightArrow">
            <a:avLst/>
          </a:pr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2" name="Freeform 47">
            <a:extLst>
              <a:ext uri="{FF2B5EF4-FFF2-40B4-BE49-F238E27FC236}">
                <a16:creationId xmlns:a16="http://schemas.microsoft.com/office/drawing/2014/main" id="{482336EB-3BA3-626E-CC38-58C7F63304FF}"/>
              </a:ext>
            </a:extLst>
          </p:cNvPr>
          <p:cNvSpPr>
            <a:spLocks/>
          </p:cNvSpPr>
          <p:nvPr/>
        </p:nvSpPr>
        <p:spPr bwMode="auto">
          <a:xfrm>
            <a:off x="3189289" y="3957638"/>
            <a:ext cx="441325" cy="1401763"/>
          </a:xfrm>
          <a:custGeom>
            <a:avLst/>
            <a:gdLst>
              <a:gd name="T0" fmla="*/ 0 w 278"/>
              <a:gd name="T1" fmla="*/ 486 h 883"/>
              <a:gd name="T2" fmla="*/ 278 w 278"/>
              <a:gd name="T3" fmla="*/ 883 h 883"/>
              <a:gd name="T4" fmla="*/ 278 w 278"/>
              <a:gd name="T5" fmla="*/ 397 h 883"/>
              <a:gd name="T6" fmla="*/ 0 w 278"/>
              <a:gd name="T7" fmla="*/ 0 h 883"/>
              <a:gd name="T8" fmla="*/ 0 w 278"/>
              <a:gd name="T9" fmla="*/ 486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8" h="883">
                <a:moveTo>
                  <a:pt x="0" y="486"/>
                </a:moveTo>
                <a:lnTo>
                  <a:pt x="278" y="883"/>
                </a:lnTo>
                <a:lnTo>
                  <a:pt x="278" y="397"/>
                </a:lnTo>
                <a:lnTo>
                  <a:pt x="0" y="0"/>
                </a:lnTo>
                <a:lnTo>
                  <a:pt x="0" y="486"/>
                </a:lnTo>
              </a:path>
            </a:pathLst>
          </a:custGeom>
          <a:solidFill>
            <a:srgbClr val="A5D6A1"/>
          </a:solidFill>
          <a:ln w="12700" cap="rnd">
            <a:solidFill>
              <a:schemeClr val="accent4">
                <a:lumMod val="50000"/>
              </a:schemeClr>
            </a:solidFill>
            <a:prstDash val="solid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3" name="Freeform 48">
            <a:extLst>
              <a:ext uri="{FF2B5EF4-FFF2-40B4-BE49-F238E27FC236}">
                <a16:creationId xmlns:a16="http://schemas.microsoft.com/office/drawing/2014/main" id="{4C8189F9-EF1A-C25E-1D46-D7F74688F85F}"/>
              </a:ext>
            </a:extLst>
          </p:cNvPr>
          <p:cNvSpPr>
            <a:spLocks/>
          </p:cNvSpPr>
          <p:nvPr/>
        </p:nvSpPr>
        <p:spPr bwMode="auto">
          <a:xfrm>
            <a:off x="3143251" y="3957638"/>
            <a:ext cx="439738" cy="1401763"/>
          </a:xfrm>
          <a:custGeom>
            <a:avLst/>
            <a:gdLst>
              <a:gd name="T0" fmla="*/ 0 w 277"/>
              <a:gd name="T1" fmla="*/ 486 h 883"/>
              <a:gd name="T2" fmla="*/ 277 w 277"/>
              <a:gd name="T3" fmla="*/ 883 h 883"/>
              <a:gd name="T4" fmla="*/ 277 w 277"/>
              <a:gd name="T5" fmla="*/ 397 h 883"/>
              <a:gd name="T6" fmla="*/ 0 w 277"/>
              <a:gd name="T7" fmla="*/ 0 h 883"/>
              <a:gd name="T8" fmla="*/ 0 w 277"/>
              <a:gd name="T9" fmla="*/ 486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7" h="883">
                <a:moveTo>
                  <a:pt x="0" y="486"/>
                </a:moveTo>
                <a:lnTo>
                  <a:pt x="277" y="883"/>
                </a:lnTo>
                <a:lnTo>
                  <a:pt x="277" y="397"/>
                </a:lnTo>
                <a:lnTo>
                  <a:pt x="0" y="0"/>
                </a:lnTo>
                <a:lnTo>
                  <a:pt x="0" y="486"/>
                </a:lnTo>
              </a:path>
            </a:pathLst>
          </a:custGeom>
          <a:solidFill>
            <a:srgbClr val="A5D6A1"/>
          </a:solidFill>
          <a:ln w="12700" cap="rnd">
            <a:solidFill>
              <a:schemeClr val="accent4">
                <a:lumMod val="50000"/>
              </a:schemeClr>
            </a:solidFill>
            <a:prstDash val="solid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4" name="Freeform 49">
            <a:extLst>
              <a:ext uri="{FF2B5EF4-FFF2-40B4-BE49-F238E27FC236}">
                <a16:creationId xmlns:a16="http://schemas.microsoft.com/office/drawing/2014/main" id="{2FAB68A2-C9BA-67F3-BEC5-71F50D002E8D}"/>
              </a:ext>
            </a:extLst>
          </p:cNvPr>
          <p:cNvSpPr>
            <a:spLocks/>
          </p:cNvSpPr>
          <p:nvPr/>
        </p:nvSpPr>
        <p:spPr bwMode="auto">
          <a:xfrm>
            <a:off x="4460876" y="3962401"/>
            <a:ext cx="412750" cy="1406525"/>
          </a:xfrm>
          <a:custGeom>
            <a:avLst/>
            <a:gdLst>
              <a:gd name="T0" fmla="*/ 0 w 260"/>
              <a:gd name="T1" fmla="*/ 472 h 886"/>
              <a:gd name="T2" fmla="*/ 260 w 260"/>
              <a:gd name="T3" fmla="*/ 886 h 886"/>
              <a:gd name="T4" fmla="*/ 260 w 260"/>
              <a:gd name="T5" fmla="*/ 414 h 886"/>
              <a:gd name="T6" fmla="*/ 0 w 260"/>
              <a:gd name="T7" fmla="*/ 0 h 886"/>
              <a:gd name="T8" fmla="*/ 0 w 260"/>
              <a:gd name="T9" fmla="*/ 472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" h="886">
                <a:moveTo>
                  <a:pt x="0" y="472"/>
                </a:moveTo>
                <a:lnTo>
                  <a:pt x="260" y="886"/>
                </a:lnTo>
                <a:lnTo>
                  <a:pt x="260" y="414"/>
                </a:lnTo>
                <a:lnTo>
                  <a:pt x="0" y="0"/>
                </a:lnTo>
                <a:lnTo>
                  <a:pt x="0" y="472"/>
                </a:lnTo>
              </a:path>
            </a:pathLst>
          </a:custGeom>
          <a:solidFill>
            <a:srgbClr val="B5CEEE"/>
          </a:solidFill>
          <a:ln w="12700" cap="rnd">
            <a:solidFill>
              <a:schemeClr val="accent4">
                <a:lumMod val="50000"/>
              </a:schemeClr>
            </a:solidFill>
            <a:prstDash val="solid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5" name="Freeform 50">
            <a:extLst>
              <a:ext uri="{FF2B5EF4-FFF2-40B4-BE49-F238E27FC236}">
                <a16:creationId xmlns:a16="http://schemas.microsoft.com/office/drawing/2014/main" id="{8B7396BA-DF8D-98FE-8685-19F2F95D61FC}"/>
              </a:ext>
            </a:extLst>
          </p:cNvPr>
          <p:cNvSpPr>
            <a:spLocks/>
          </p:cNvSpPr>
          <p:nvPr/>
        </p:nvSpPr>
        <p:spPr bwMode="auto">
          <a:xfrm>
            <a:off x="4359276" y="3962401"/>
            <a:ext cx="412750" cy="1406525"/>
          </a:xfrm>
          <a:custGeom>
            <a:avLst/>
            <a:gdLst>
              <a:gd name="T0" fmla="*/ 0 w 260"/>
              <a:gd name="T1" fmla="*/ 472 h 886"/>
              <a:gd name="T2" fmla="*/ 260 w 260"/>
              <a:gd name="T3" fmla="*/ 886 h 886"/>
              <a:gd name="T4" fmla="*/ 260 w 260"/>
              <a:gd name="T5" fmla="*/ 414 h 886"/>
              <a:gd name="T6" fmla="*/ 0 w 260"/>
              <a:gd name="T7" fmla="*/ 0 h 886"/>
              <a:gd name="T8" fmla="*/ 0 w 260"/>
              <a:gd name="T9" fmla="*/ 472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" h="886">
                <a:moveTo>
                  <a:pt x="0" y="472"/>
                </a:moveTo>
                <a:lnTo>
                  <a:pt x="260" y="886"/>
                </a:lnTo>
                <a:lnTo>
                  <a:pt x="260" y="414"/>
                </a:lnTo>
                <a:lnTo>
                  <a:pt x="0" y="0"/>
                </a:lnTo>
                <a:lnTo>
                  <a:pt x="0" y="472"/>
                </a:lnTo>
              </a:path>
            </a:pathLst>
          </a:custGeom>
          <a:solidFill>
            <a:srgbClr val="B5CEEE"/>
          </a:solidFill>
          <a:ln w="12700" cap="rnd">
            <a:solidFill>
              <a:schemeClr val="accent4">
                <a:lumMod val="50000"/>
              </a:schemeClr>
            </a:solidFill>
            <a:prstDash val="solid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6" name="Freeform 51">
            <a:extLst>
              <a:ext uri="{FF2B5EF4-FFF2-40B4-BE49-F238E27FC236}">
                <a16:creationId xmlns:a16="http://schemas.microsoft.com/office/drawing/2014/main" id="{665672AC-38AE-A47D-97CC-9E17688462C8}"/>
              </a:ext>
            </a:extLst>
          </p:cNvPr>
          <p:cNvSpPr>
            <a:spLocks/>
          </p:cNvSpPr>
          <p:nvPr/>
        </p:nvSpPr>
        <p:spPr bwMode="auto">
          <a:xfrm>
            <a:off x="4257676" y="3962401"/>
            <a:ext cx="412750" cy="1406525"/>
          </a:xfrm>
          <a:custGeom>
            <a:avLst/>
            <a:gdLst>
              <a:gd name="T0" fmla="*/ 0 w 260"/>
              <a:gd name="T1" fmla="*/ 472 h 886"/>
              <a:gd name="T2" fmla="*/ 260 w 260"/>
              <a:gd name="T3" fmla="*/ 886 h 886"/>
              <a:gd name="T4" fmla="*/ 260 w 260"/>
              <a:gd name="T5" fmla="*/ 414 h 886"/>
              <a:gd name="T6" fmla="*/ 0 w 260"/>
              <a:gd name="T7" fmla="*/ 0 h 886"/>
              <a:gd name="T8" fmla="*/ 0 w 260"/>
              <a:gd name="T9" fmla="*/ 472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" h="886">
                <a:moveTo>
                  <a:pt x="0" y="472"/>
                </a:moveTo>
                <a:lnTo>
                  <a:pt x="260" y="886"/>
                </a:lnTo>
                <a:lnTo>
                  <a:pt x="260" y="414"/>
                </a:lnTo>
                <a:lnTo>
                  <a:pt x="0" y="0"/>
                </a:lnTo>
                <a:lnTo>
                  <a:pt x="0" y="472"/>
                </a:lnTo>
              </a:path>
            </a:pathLst>
          </a:custGeom>
          <a:solidFill>
            <a:srgbClr val="B5CEEE"/>
          </a:solidFill>
          <a:ln w="12700" cap="rnd">
            <a:solidFill>
              <a:schemeClr val="accent4">
                <a:lumMod val="50000"/>
              </a:schemeClr>
            </a:solidFill>
            <a:prstDash val="solid"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1" name="Line 66">
            <a:extLst>
              <a:ext uri="{FF2B5EF4-FFF2-40B4-BE49-F238E27FC236}">
                <a16:creationId xmlns:a16="http://schemas.microsoft.com/office/drawing/2014/main" id="{2A149649-C0F2-F2E5-3820-C68B027023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426" y="4360863"/>
            <a:ext cx="92075" cy="841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2" name="Line 67">
            <a:extLst>
              <a:ext uri="{FF2B5EF4-FFF2-40B4-BE49-F238E27FC236}">
                <a16:creationId xmlns:a16="http://schemas.microsoft.com/office/drawing/2014/main" id="{35BE480C-AEBB-4894-5520-038D8D33FC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6676" y="4170363"/>
            <a:ext cx="22225" cy="1333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3" name="Line 68">
            <a:extLst>
              <a:ext uri="{FF2B5EF4-FFF2-40B4-BE49-F238E27FC236}">
                <a16:creationId xmlns:a16="http://schemas.microsoft.com/office/drawing/2014/main" id="{5902A3C4-D902-8E2D-01ED-7164FE8F0B9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4589" y="4062413"/>
            <a:ext cx="158750" cy="60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4" name="Line 69">
            <a:extLst>
              <a:ext uri="{FF2B5EF4-FFF2-40B4-BE49-F238E27FC236}">
                <a16:creationId xmlns:a16="http://schemas.microsoft.com/office/drawing/2014/main" id="{02B9DB0C-DEEF-2286-7C9C-0404CFF7CA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1" y="4070351"/>
            <a:ext cx="101600" cy="10001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5" name="Line 70">
            <a:extLst>
              <a:ext uri="{FF2B5EF4-FFF2-40B4-BE49-F238E27FC236}">
                <a16:creationId xmlns:a16="http://schemas.microsoft.com/office/drawing/2014/main" id="{FEDBFB2C-1948-3522-317D-BB379543D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6314" y="4225926"/>
            <a:ext cx="11113" cy="13017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6" name="Line 71">
            <a:extLst>
              <a:ext uri="{FF2B5EF4-FFF2-40B4-BE49-F238E27FC236}">
                <a16:creationId xmlns:a16="http://schemas.microsoft.com/office/drawing/2014/main" id="{5A735EFC-61B1-5B75-BA63-53C2B0C11A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29176" y="4405313"/>
            <a:ext cx="160338" cy="60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7" name="Line 72">
            <a:extLst>
              <a:ext uri="{FF2B5EF4-FFF2-40B4-BE49-F238E27FC236}">
                <a16:creationId xmlns:a16="http://schemas.microsoft.com/office/drawing/2014/main" id="{C9D58264-3EC4-B877-9824-D2F4756E7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4439" y="4500563"/>
            <a:ext cx="52388" cy="1492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8" name="Line 73">
            <a:extLst>
              <a:ext uri="{FF2B5EF4-FFF2-40B4-BE49-F238E27FC236}">
                <a16:creationId xmlns:a16="http://schemas.microsoft.com/office/drawing/2014/main" id="{125EF3BB-A46E-94AC-EFF3-B8A72BFC1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1" y="4354513"/>
            <a:ext cx="144463" cy="60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9" name="Line 74">
            <a:extLst>
              <a:ext uri="{FF2B5EF4-FFF2-40B4-BE49-F238E27FC236}">
                <a16:creationId xmlns:a16="http://schemas.microsoft.com/office/drawing/2014/main" id="{4BBABC70-FED2-E4AC-0767-355744408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9564" y="4446588"/>
            <a:ext cx="46038" cy="15557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0" name="Line 75">
            <a:extLst>
              <a:ext uri="{FF2B5EF4-FFF2-40B4-BE49-F238E27FC236}">
                <a16:creationId xmlns:a16="http://schemas.microsoft.com/office/drawing/2014/main" id="{B4E14178-E5FE-411F-E417-3F55F3A5A1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7176" y="4660901"/>
            <a:ext cx="87313" cy="841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1" name="Line 76">
            <a:extLst>
              <a:ext uri="{FF2B5EF4-FFF2-40B4-BE49-F238E27FC236}">
                <a16:creationId xmlns:a16="http://schemas.microsoft.com/office/drawing/2014/main" id="{C0922F1F-5905-C2C5-BE52-2ACB00B24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8101" y="4700588"/>
            <a:ext cx="169863" cy="635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2" name="Line 77">
            <a:extLst>
              <a:ext uri="{FF2B5EF4-FFF2-40B4-BE49-F238E27FC236}">
                <a16:creationId xmlns:a16="http://schemas.microsoft.com/office/drawing/2014/main" id="{17C7F9D5-ED0B-F935-126B-B07866E53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1301" y="4810126"/>
            <a:ext cx="3175" cy="1333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3" name="Line 78">
            <a:extLst>
              <a:ext uri="{FF2B5EF4-FFF2-40B4-BE49-F238E27FC236}">
                <a16:creationId xmlns:a16="http://schemas.microsoft.com/office/drawing/2014/main" id="{FC73C24B-DB87-1FC6-655F-BD0CB5073D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5701" y="4706938"/>
            <a:ext cx="98425" cy="952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4" name="Line 79">
            <a:extLst>
              <a:ext uri="{FF2B5EF4-FFF2-40B4-BE49-F238E27FC236}">
                <a16:creationId xmlns:a16="http://schemas.microsoft.com/office/drawing/2014/main" id="{A9CE805D-FF86-623F-30C9-DE7620920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8239" y="4867276"/>
            <a:ext cx="12700" cy="11588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5" name="Line 80">
            <a:extLst>
              <a:ext uri="{FF2B5EF4-FFF2-40B4-BE49-F238E27FC236}">
                <a16:creationId xmlns:a16="http://schemas.microsoft.com/office/drawing/2014/main" id="{CEAC47DA-24DE-FE81-9CF9-8C8E0631B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2689" y="5032376"/>
            <a:ext cx="168275" cy="60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6" name="Line 81">
            <a:extLst>
              <a:ext uri="{FF2B5EF4-FFF2-40B4-BE49-F238E27FC236}">
                <a16:creationId xmlns:a16="http://schemas.microsoft.com/office/drawing/2014/main" id="{E9ECEC32-71B1-634E-0FE0-ADF0761E83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1" y="4994276"/>
            <a:ext cx="96838" cy="889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7" name="Line 82">
            <a:extLst>
              <a:ext uri="{FF2B5EF4-FFF2-40B4-BE49-F238E27FC236}">
                <a16:creationId xmlns:a16="http://schemas.microsoft.com/office/drawing/2014/main" id="{152E1CF5-785B-8F7D-2DD9-0BD5AF018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4314" y="4814888"/>
            <a:ext cx="3175" cy="1349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8" name="Line 83">
            <a:extLst>
              <a:ext uri="{FF2B5EF4-FFF2-40B4-BE49-F238E27FC236}">
                <a16:creationId xmlns:a16="http://schemas.microsoft.com/office/drawing/2014/main" id="{1DB2EB87-1560-6A4E-28C8-F5EC4AEB5D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6976" y="5006976"/>
            <a:ext cx="168275" cy="6191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4" name="Freeform 89">
            <a:extLst>
              <a:ext uri="{FF2B5EF4-FFF2-40B4-BE49-F238E27FC236}">
                <a16:creationId xmlns:a16="http://schemas.microsoft.com/office/drawing/2014/main" id="{6DC15727-6EDE-D3E9-C95E-33E66B94D338}"/>
              </a:ext>
            </a:extLst>
          </p:cNvPr>
          <p:cNvSpPr>
            <a:spLocks/>
          </p:cNvSpPr>
          <p:nvPr/>
        </p:nvSpPr>
        <p:spPr bwMode="auto">
          <a:xfrm>
            <a:off x="3892551" y="4310063"/>
            <a:ext cx="92075" cy="93663"/>
          </a:xfrm>
          <a:custGeom>
            <a:avLst/>
            <a:gdLst>
              <a:gd name="T0" fmla="*/ 0 w 58"/>
              <a:gd name="T1" fmla="*/ 30 h 59"/>
              <a:gd name="T2" fmla="*/ 29 w 58"/>
              <a:gd name="T3" fmla="*/ 0 h 59"/>
              <a:gd name="T4" fmla="*/ 58 w 58"/>
              <a:gd name="T5" fmla="*/ 30 h 59"/>
              <a:gd name="T6" fmla="*/ 58 w 58"/>
              <a:gd name="T7" fmla="*/ 30 h 59"/>
              <a:gd name="T8" fmla="*/ 29 w 58"/>
              <a:gd name="T9" fmla="*/ 59 h 59"/>
              <a:gd name="T10" fmla="*/ 0 w 58"/>
              <a:gd name="T11" fmla="*/ 3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59">
                <a:moveTo>
                  <a:pt x="0" y="30"/>
                </a:moveTo>
                <a:cubicBezTo>
                  <a:pt x="0" y="14"/>
                  <a:pt x="13" y="0"/>
                  <a:pt x="29" y="0"/>
                </a:cubicBezTo>
                <a:cubicBezTo>
                  <a:pt x="45" y="0"/>
                  <a:pt x="58" y="14"/>
                  <a:pt x="5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8" y="46"/>
                  <a:pt x="45" y="59"/>
                  <a:pt x="29" y="59"/>
                </a:cubicBezTo>
                <a:cubicBezTo>
                  <a:pt x="13" y="59"/>
                  <a:pt x="0" y="46"/>
                  <a:pt x="0" y="30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44B43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0" name="Freeform 95">
            <a:extLst>
              <a:ext uri="{FF2B5EF4-FFF2-40B4-BE49-F238E27FC236}">
                <a16:creationId xmlns:a16="http://schemas.microsoft.com/office/drawing/2014/main" id="{D84D1F73-47A9-FBF1-55D9-C5C4C4FA86B7}"/>
              </a:ext>
            </a:extLst>
          </p:cNvPr>
          <p:cNvSpPr>
            <a:spLocks/>
          </p:cNvSpPr>
          <p:nvPr/>
        </p:nvSpPr>
        <p:spPr bwMode="auto">
          <a:xfrm>
            <a:off x="3683001" y="4979988"/>
            <a:ext cx="92075" cy="93663"/>
          </a:xfrm>
          <a:custGeom>
            <a:avLst/>
            <a:gdLst>
              <a:gd name="T0" fmla="*/ 0 w 58"/>
              <a:gd name="T1" fmla="*/ 29 h 59"/>
              <a:gd name="T2" fmla="*/ 29 w 58"/>
              <a:gd name="T3" fmla="*/ 0 h 59"/>
              <a:gd name="T4" fmla="*/ 58 w 58"/>
              <a:gd name="T5" fmla="*/ 29 h 59"/>
              <a:gd name="T6" fmla="*/ 58 w 58"/>
              <a:gd name="T7" fmla="*/ 29 h 59"/>
              <a:gd name="T8" fmla="*/ 29 w 58"/>
              <a:gd name="T9" fmla="*/ 59 h 59"/>
              <a:gd name="T10" fmla="*/ 0 w 58"/>
              <a:gd name="T11" fmla="*/ 29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59">
                <a:moveTo>
                  <a:pt x="0" y="29"/>
                </a:move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45"/>
                  <a:pt x="45" y="59"/>
                  <a:pt x="29" y="59"/>
                </a:cubicBezTo>
                <a:cubicBezTo>
                  <a:pt x="13" y="59"/>
                  <a:pt x="0" y="45"/>
                  <a:pt x="0" y="29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44B43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3" name="Line 98">
            <a:extLst>
              <a:ext uri="{FF2B5EF4-FFF2-40B4-BE49-F238E27FC236}">
                <a16:creationId xmlns:a16="http://schemas.microsoft.com/office/drawing/2014/main" id="{D94538C8-00AC-792B-A676-751943EDAA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9526" y="4387851"/>
            <a:ext cx="82550" cy="762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4" name="Line 99">
            <a:extLst>
              <a:ext uri="{FF2B5EF4-FFF2-40B4-BE49-F238E27FC236}">
                <a16:creationId xmlns:a16="http://schemas.microsoft.com/office/drawing/2014/main" id="{BAF739B0-2185-4A1C-6930-268AA7F17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6" y="4187826"/>
            <a:ext cx="11113" cy="12541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5" name="Line 100">
            <a:extLst>
              <a:ext uri="{FF2B5EF4-FFF2-40B4-BE49-F238E27FC236}">
                <a16:creationId xmlns:a16="http://schemas.microsoft.com/office/drawing/2014/main" id="{CD32F41D-4C24-B308-E14D-C490900B75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24276" y="4081463"/>
            <a:ext cx="158750" cy="60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6" name="Line 101">
            <a:extLst>
              <a:ext uri="{FF2B5EF4-FFF2-40B4-BE49-F238E27FC236}">
                <a16:creationId xmlns:a16="http://schemas.microsoft.com/office/drawing/2014/main" id="{B3738DA0-8C0F-718C-DACD-9F47AE57AD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8701" y="4087813"/>
            <a:ext cx="101600" cy="1016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7" name="Line 102">
            <a:extLst>
              <a:ext uri="{FF2B5EF4-FFF2-40B4-BE49-F238E27FC236}">
                <a16:creationId xmlns:a16="http://schemas.microsoft.com/office/drawing/2014/main" id="{9F7AF537-7CD3-3176-C0C0-74787217B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4414" y="4244976"/>
            <a:ext cx="12700" cy="13017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8" name="Line 103">
            <a:extLst>
              <a:ext uri="{FF2B5EF4-FFF2-40B4-BE49-F238E27FC236}">
                <a16:creationId xmlns:a16="http://schemas.microsoft.com/office/drawing/2014/main" id="{697C96FE-0434-3C54-6938-7468FEC39C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8864" y="4424363"/>
            <a:ext cx="160338" cy="6191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9" name="Line 104">
            <a:extLst>
              <a:ext uri="{FF2B5EF4-FFF2-40B4-BE49-F238E27FC236}">
                <a16:creationId xmlns:a16="http://schemas.microsoft.com/office/drawing/2014/main" id="{78FB74E9-5282-1347-D9FA-BAB211B6D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2539" y="4519613"/>
            <a:ext cx="52388" cy="1492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0" name="Line 105">
            <a:extLst>
              <a:ext uri="{FF2B5EF4-FFF2-40B4-BE49-F238E27FC236}">
                <a16:creationId xmlns:a16="http://schemas.microsoft.com/office/drawing/2014/main" id="{EC17B592-B3D0-EBF0-1339-3F72D7EAB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8276" y="4381501"/>
            <a:ext cx="134938" cy="50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1" name="Line 106">
            <a:extLst>
              <a:ext uri="{FF2B5EF4-FFF2-40B4-BE49-F238E27FC236}">
                <a16:creationId xmlns:a16="http://schemas.microsoft.com/office/drawing/2014/main" id="{2125F75C-D716-147F-DF1C-EC0D4A762C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7664" y="4465638"/>
            <a:ext cx="46038" cy="15716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2" name="Line 107">
            <a:extLst>
              <a:ext uri="{FF2B5EF4-FFF2-40B4-BE49-F238E27FC236}">
                <a16:creationId xmlns:a16="http://schemas.microsoft.com/office/drawing/2014/main" id="{1D429DC8-CB71-0F65-BB24-82775AD848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06864" y="4679951"/>
            <a:ext cx="87313" cy="841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3" name="Line 108">
            <a:extLst>
              <a:ext uri="{FF2B5EF4-FFF2-40B4-BE49-F238E27FC236}">
                <a16:creationId xmlns:a16="http://schemas.microsoft.com/office/drawing/2014/main" id="{DA978FE4-F2E7-CACF-A8D2-D93586FCF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1" y="4719638"/>
            <a:ext cx="169863" cy="635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4" name="Line 109">
            <a:extLst>
              <a:ext uri="{FF2B5EF4-FFF2-40B4-BE49-F238E27FC236}">
                <a16:creationId xmlns:a16="http://schemas.microsoft.com/office/drawing/2014/main" id="{11D6EDFE-2D36-A93F-E065-939E5610F0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9401" y="4829176"/>
            <a:ext cx="3175" cy="1333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5" name="Line 110">
            <a:extLst>
              <a:ext uri="{FF2B5EF4-FFF2-40B4-BE49-F238E27FC236}">
                <a16:creationId xmlns:a16="http://schemas.microsoft.com/office/drawing/2014/main" id="{83911548-7595-9964-6678-BD70DF43B2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1" y="4725988"/>
            <a:ext cx="100013" cy="952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6" name="Line 111">
            <a:extLst>
              <a:ext uri="{FF2B5EF4-FFF2-40B4-BE49-F238E27FC236}">
                <a16:creationId xmlns:a16="http://schemas.microsoft.com/office/drawing/2014/main" id="{C4848CE0-7C7E-8807-84F7-03D6BD7A0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7926" y="4886326"/>
            <a:ext cx="11113" cy="9366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7" name="Line 112">
            <a:extLst>
              <a:ext uri="{FF2B5EF4-FFF2-40B4-BE49-F238E27FC236}">
                <a16:creationId xmlns:a16="http://schemas.microsoft.com/office/drawing/2014/main" id="{F12904A9-2AED-0BCF-068D-973137847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7139" y="5054601"/>
            <a:ext cx="161925" cy="571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8" name="Line 113">
            <a:extLst>
              <a:ext uri="{FF2B5EF4-FFF2-40B4-BE49-F238E27FC236}">
                <a16:creationId xmlns:a16="http://schemas.microsoft.com/office/drawing/2014/main" id="{C4CA47A3-AAAD-E2B8-D217-2F73266D8A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87801" y="5011738"/>
            <a:ext cx="96838" cy="9048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" name="Line 114">
            <a:extLst>
              <a:ext uri="{FF2B5EF4-FFF2-40B4-BE49-F238E27FC236}">
                <a16:creationId xmlns:a16="http://schemas.microsoft.com/office/drawing/2014/main" id="{FF033BE0-9D82-0E00-AAD9-FF57DFA6C1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2414" y="4833938"/>
            <a:ext cx="3175" cy="1349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0" name="Line 115">
            <a:extLst>
              <a:ext uri="{FF2B5EF4-FFF2-40B4-BE49-F238E27FC236}">
                <a16:creationId xmlns:a16="http://schemas.microsoft.com/office/drawing/2014/main" id="{E64B7F6A-FA40-37F7-234E-74AB8817FA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1426" y="5029201"/>
            <a:ext cx="161925" cy="587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1" name="Freeform 116">
            <a:extLst>
              <a:ext uri="{FF2B5EF4-FFF2-40B4-BE49-F238E27FC236}">
                <a16:creationId xmlns:a16="http://schemas.microsoft.com/office/drawing/2014/main" id="{B8B1D793-30AD-82E8-2ADA-060624F2E3BB}"/>
              </a:ext>
            </a:extLst>
          </p:cNvPr>
          <p:cNvSpPr>
            <a:spLocks/>
          </p:cNvSpPr>
          <p:nvPr/>
        </p:nvSpPr>
        <p:spPr bwMode="auto">
          <a:xfrm>
            <a:off x="2754314" y="4137026"/>
            <a:ext cx="68263" cy="71438"/>
          </a:xfrm>
          <a:custGeom>
            <a:avLst/>
            <a:gdLst>
              <a:gd name="T0" fmla="*/ 0 w 43"/>
              <a:gd name="T1" fmla="*/ 23 h 45"/>
              <a:gd name="T2" fmla="*/ 21 w 43"/>
              <a:gd name="T3" fmla="*/ 0 h 45"/>
              <a:gd name="T4" fmla="*/ 43 w 43"/>
              <a:gd name="T5" fmla="*/ 23 h 45"/>
              <a:gd name="T6" fmla="*/ 43 w 43"/>
              <a:gd name="T7" fmla="*/ 23 h 45"/>
              <a:gd name="T8" fmla="*/ 21 w 43"/>
              <a:gd name="T9" fmla="*/ 45 h 45"/>
              <a:gd name="T10" fmla="*/ 0 w 43"/>
              <a:gd name="T11" fmla="*/ 2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45">
                <a:moveTo>
                  <a:pt x="0" y="23"/>
                </a:moveTo>
                <a:cubicBezTo>
                  <a:pt x="0" y="11"/>
                  <a:pt x="9" y="0"/>
                  <a:pt x="21" y="0"/>
                </a:cubicBezTo>
                <a:cubicBezTo>
                  <a:pt x="34" y="0"/>
                  <a:pt x="43" y="11"/>
                  <a:pt x="43" y="23"/>
                </a:cubicBezTo>
                <a:cubicBezTo>
                  <a:pt x="43" y="23"/>
                  <a:pt x="43" y="23"/>
                  <a:pt x="43" y="23"/>
                </a:cubicBezTo>
                <a:cubicBezTo>
                  <a:pt x="43" y="35"/>
                  <a:pt x="34" y="45"/>
                  <a:pt x="21" y="45"/>
                </a:cubicBezTo>
                <a:cubicBezTo>
                  <a:pt x="9" y="45"/>
                  <a:pt x="0" y="35"/>
                  <a:pt x="0" y="23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2" name="Freeform 117">
            <a:extLst>
              <a:ext uri="{FF2B5EF4-FFF2-40B4-BE49-F238E27FC236}">
                <a16:creationId xmlns:a16="http://schemas.microsoft.com/office/drawing/2014/main" id="{42B624F3-3792-B569-52F8-CA885FEDDE2D}"/>
              </a:ext>
            </a:extLst>
          </p:cNvPr>
          <p:cNvSpPr>
            <a:spLocks/>
          </p:cNvSpPr>
          <p:nvPr/>
        </p:nvSpPr>
        <p:spPr bwMode="auto">
          <a:xfrm>
            <a:off x="2532064" y="4048126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3" name="Freeform 118">
            <a:extLst>
              <a:ext uri="{FF2B5EF4-FFF2-40B4-BE49-F238E27FC236}">
                <a16:creationId xmlns:a16="http://schemas.microsoft.com/office/drawing/2014/main" id="{E8253D16-2BFB-6B45-01C9-43CAA5ECB0C0}"/>
              </a:ext>
            </a:extLst>
          </p:cNvPr>
          <p:cNvSpPr>
            <a:spLocks/>
          </p:cNvSpPr>
          <p:nvPr/>
        </p:nvSpPr>
        <p:spPr bwMode="auto">
          <a:xfrm>
            <a:off x="2381251" y="4195763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4" name="Freeform 119">
            <a:extLst>
              <a:ext uri="{FF2B5EF4-FFF2-40B4-BE49-F238E27FC236}">
                <a16:creationId xmlns:a16="http://schemas.microsoft.com/office/drawing/2014/main" id="{E74E257A-5032-767C-72BE-82B9257CB727}"/>
              </a:ext>
            </a:extLst>
          </p:cNvPr>
          <p:cNvSpPr>
            <a:spLocks/>
          </p:cNvSpPr>
          <p:nvPr/>
        </p:nvSpPr>
        <p:spPr bwMode="auto">
          <a:xfrm>
            <a:off x="2405064" y="4394201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5" name="Freeform 120">
            <a:extLst>
              <a:ext uri="{FF2B5EF4-FFF2-40B4-BE49-F238E27FC236}">
                <a16:creationId xmlns:a16="http://schemas.microsoft.com/office/drawing/2014/main" id="{E553F5CE-4013-D7CB-F301-176E904CBB6E}"/>
              </a:ext>
            </a:extLst>
          </p:cNvPr>
          <p:cNvSpPr>
            <a:spLocks/>
          </p:cNvSpPr>
          <p:nvPr/>
        </p:nvSpPr>
        <p:spPr bwMode="auto">
          <a:xfrm>
            <a:off x="2632076" y="4468813"/>
            <a:ext cx="68263" cy="71438"/>
          </a:xfrm>
          <a:custGeom>
            <a:avLst/>
            <a:gdLst>
              <a:gd name="T0" fmla="*/ 0 w 43"/>
              <a:gd name="T1" fmla="*/ 22 h 45"/>
              <a:gd name="T2" fmla="*/ 22 w 43"/>
              <a:gd name="T3" fmla="*/ 0 h 45"/>
              <a:gd name="T4" fmla="*/ 43 w 43"/>
              <a:gd name="T5" fmla="*/ 22 h 45"/>
              <a:gd name="T6" fmla="*/ 43 w 43"/>
              <a:gd name="T7" fmla="*/ 22 h 45"/>
              <a:gd name="T8" fmla="*/ 22 w 43"/>
              <a:gd name="T9" fmla="*/ 45 h 45"/>
              <a:gd name="T10" fmla="*/ 0 w 43"/>
              <a:gd name="T11" fmla="*/ 22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45">
                <a:moveTo>
                  <a:pt x="0" y="22"/>
                </a:moveTo>
                <a:cubicBezTo>
                  <a:pt x="0" y="10"/>
                  <a:pt x="9" y="0"/>
                  <a:pt x="22" y="0"/>
                </a:cubicBezTo>
                <a:cubicBezTo>
                  <a:pt x="34" y="0"/>
                  <a:pt x="43" y="10"/>
                  <a:pt x="43" y="22"/>
                </a:cubicBezTo>
                <a:cubicBezTo>
                  <a:pt x="43" y="22"/>
                  <a:pt x="43" y="22"/>
                  <a:pt x="43" y="22"/>
                </a:cubicBezTo>
                <a:cubicBezTo>
                  <a:pt x="43" y="34"/>
                  <a:pt x="34" y="45"/>
                  <a:pt x="22" y="45"/>
                </a:cubicBezTo>
                <a:cubicBezTo>
                  <a:pt x="9" y="45"/>
                  <a:pt x="0" y="34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6" name="Freeform 121">
            <a:extLst>
              <a:ext uri="{FF2B5EF4-FFF2-40B4-BE49-F238E27FC236}">
                <a16:creationId xmlns:a16="http://schemas.microsoft.com/office/drawing/2014/main" id="{1E036CB3-25A7-5CC4-337C-7500923AB9A4}"/>
              </a:ext>
            </a:extLst>
          </p:cNvPr>
          <p:cNvSpPr>
            <a:spLocks/>
          </p:cNvSpPr>
          <p:nvPr/>
        </p:nvSpPr>
        <p:spPr bwMode="auto">
          <a:xfrm>
            <a:off x="2776539" y="4341813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7" name="Freeform 122">
            <a:extLst>
              <a:ext uri="{FF2B5EF4-FFF2-40B4-BE49-F238E27FC236}">
                <a16:creationId xmlns:a16="http://schemas.microsoft.com/office/drawing/2014/main" id="{B732CCAF-A08C-D6BD-C719-21E703DB8C9B}"/>
              </a:ext>
            </a:extLst>
          </p:cNvPr>
          <p:cNvSpPr>
            <a:spLocks/>
          </p:cNvSpPr>
          <p:nvPr/>
        </p:nvSpPr>
        <p:spPr bwMode="auto">
          <a:xfrm>
            <a:off x="2986089" y="4418013"/>
            <a:ext cx="69850" cy="68263"/>
          </a:xfrm>
          <a:custGeom>
            <a:avLst/>
            <a:gdLst>
              <a:gd name="T0" fmla="*/ 0 w 44"/>
              <a:gd name="T1" fmla="*/ 21 h 43"/>
              <a:gd name="T2" fmla="*/ 22 w 44"/>
              <a:gd name="T3" fmla="*/ 0 h 43"/>
              <a:gd name="T4" fmla="*/ 44 w 44"/>
              <a:gd name="T5" fmla="*/ 21 h 43"/>
              <a:gd name="T6" fmla="*/ 44 w 44"/>
              <a:gd name="T7" fmla="*/ 21 h 43"/>
              <a:gd name="T8" fmla="*/ 22 w 44"/>
              <a:gd name="T9" fmla="*/ 43 h 43"/>
              <a:gd name="T10" fmla="*/ 0 w 44"/>
              <a:gd name="T11" fmla="*/ 2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3">
                <a:moveTo>
                  <a:pt x="0" y="21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34"/>
                  <a:pt x="34" y="43"/>
                  <a:pt x="22" y="43"/>
                </a:cubicBezTo>
                <a:cubicBezTo>
                  <a:pt x="10" y="43"/>
                  <a:pt x="0" y="34"/>
                  <a:pt x="0" y="21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8" name="Freeform 123">
            <a:extLst>
              <a:ext uri="{FF2B5EF4-FFF2-40B4-BE49-F238E27FC236}">
                <a16:creationId xmlns:a16="http://schemas.microsoft.com/office/drawing/2014/main" id="{5C900ADA-8336-BEF1-D400-A49C2786488F}"/>
              </a:ext>
            </a:extLst>
          </p:cNvPr>
          <p:cNvSpPr>
            <a:spLocks/>
          </p:cNvSpPr>
          <p:nvPr/>
        </p:nvSpPr>
        <p:spPr bwMode="auto">
          <a:xfrm>
            <a:off x="3055939" y="4637088"/>
            <a:ext cx="69850" cy="71438"/>
          </a:xfrm>
          <a:custGeom>
            <a:avLst/>
            <a:gdLst>
              <a:gd name="T0" fmla="*/ 0 w 44"/>
              <a:gd name="T1" fmla="*/ 23 h 45"/>
              <a:gd name="T2" fmla="*/ 21 w 44"/>
              <a:gd name="T3" fmla="*/ 0 h 45"/>
              <a:gd name="T4" fmla="*/ 44 w 44"/>
              <a:gd name="T5" fmla="*/ 23 h 45"/>
              <a:gd name="T6" fmla="*/ 44 w 44"/>
              <a:gd name="T7" fmla="*/ 23 h 45"/>
              <a:gd name="T8" fmla="*/ 21 w 44"/>
              <a:gd name="T9" fmla="*/ 45 h 45"/>
              <a:gd name="T10" fmla="*/ 0 w 44"/>
              <a:gd name="T11" fmla="*/ 2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5">
                <a:moveTo>
                  <a:pt x="0" y="23"/>
                </a:moveTo>
                <a:cubicBezTo>
                  <a:pt x="0" y="11"/>
                  <a:pt x="9" y="0"/>
                  <a:pt x="21" y="0"/>
                </a:cubicBezTo>
                <a:cubicBezTo>
                  <a:pt x="34" y="0"/>
                  <a:pt x="44" y="11"/>
                  <a:pt x="44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4" y="35"/>
                  <a:pt x="34" y="45"/>
                  <a:pt x="21" y="45"/>
                </a:cubicBezTo>
                <a:cubicBezTo>
                  <a:pt x="9" y="45"/>
                  <a:pt x="0" y="35"/>
                  <a:pt x="0" y="23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9" name="Freeform 124">
            <a:extLst>
              <a:ext uri="{FF2B5EF4-FFF2-40B4-BE49-F238E27FC236}">
                <a16:creationId xmlns:a16="http://schemas.microsoft.com/office/drawing/2014/main" id="{6895238D-7BDE-80EA-6315-130C0A658A9E}"/>
              </a:ext>
            </a:extLst>
          </p:cNvPr>
          <p:cNvSpPr>
            <a:spLocks/>
          </p:cNvSpPr>
          <p:nvPr/>
        </p:nvSpPr>
        <p:spPr bwMode="auto">
          <a:xfrm>
            <a:off x="2927351" y="4778376"/>
            <a:ext cx="69850" cy="68263"/>
          </a:xfrm>
          <a:custGeom>
            <a:avLst/>
            <a:gdLst>
              <a:gd name="T0" fmla="*/ 0 w 44"/>
              <a:gd name="T1" fmla="*/ 22 h 43"/>
              <a:gd name="T2" fmla="*/ 22 w 44"/>
              <a:gd name="T3" fmla="*/ 0 h 43"/>
              <a:gd name="T4" fmla="*/ 44 w 44"/>
              <a:gd name="T5" fmla="*/ 22 h 43"/>
              <a:gd name="T6" fmla="*/ 44 w 44"/>
              <a:gd name="T7" fmla="*/ 22 h 43"/>
              <a:gd name="T8" fmla="*/ 22 w 44"/>
              <a:gd name="T9" fmla="*/ 43 h 43"/>
              <a:gd name="T10" fmla="*/ 0 w 44"/>
              <a:gd name="T11" fmla="*/ 22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3">
                <a:moveTo>
                  <a:pt x="0" y="22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3"/>
                  <a:pt x="22" y="43"/>
                </a:cubicBezTo>
                <a:cubicBezTo>
                  <a:pt x="10" y="43"/>
                  <a:pt x="0" y="34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0" name="Freeform 125">
            <a:extLst>
              <a:ext uri="{FF2B5EF4-FFF2-40B4-BE49-F238E27FC236}">
                <a16:creationId xmlns:a16="http://schemas.microsoft.com/office/drawing/2014/main" id="{7A58345A-8BE4-D9B3-9C7B-D0F6CF511632}"/>
              </a:ext>
            </a:extLst>
          </p:cNvPr>
          <p:cNvSpPr>
            <a:spLocks/>
          </p:cNvSpPr>
          <p:nvPr/>
        </p:nvSpPr>
        <p:spPr bwMode="auto">
          <a:xfrm>
            <a:off x="2695576" y="4684713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9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9" y="44"/>
                  <a:pt x="0" y="34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1" name="Freeform 126">
            <a:extLst>
              <a:ext uri="{FF2B5EF4-FFF2-40B4-BE49-F238E27FC236}">
                <a16:creationId xmlns:a16="http://schemas.microsoft.com/office/drawing/2014/main" id="{9D061350-827B-E6E0-EC46-8DA423122A39}"/>
              </a:ext>
            </a:extLst>
          </p:cNvPr>
          <p:cNvSpPr>
            <a:spLocks/>
          </p:cNvSpPr>
          <p:nvPr/>
        </p:nvSpPr>
        <p:spPr bwMode="auto">
          <a:xfrm>
            <a:off x="2555876" y="4835526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2" name="Freeform 127">
            <a:extLst>
              <a:ext uri="{FF2B5EF4-FFF2-40B4-BE49-F238E27FC236}">
                <a16:creationId xmlns:a16="http://schemas.microsoft.com/office/drawing/2014/main" id="{FE1C4794-9B84-8E17-09B5-B1A5CBAD767A}"/>
              </a:ext>
            </a:extLst>
          </p:cNvPr>
          <p:cNvSpPr>
            <a:spLocks/>
          </p:cNvSpPr>
          <p:nvPr/>
        </p:nvSpPr>
        <p:spPr bwMode="auto">
          <a:xfrm>
            <a:off x="2566989" y="5022851"/>
            <a:ext cx="69850" cy="68263"/>
          </a:xfrm>
          <a:custGeom>
            <a:avLst/>
            <a:gdLst>
              <a:gd name="T0" fmla="*/ 0 w 44"/>
              <a:gd name="T1" fmla="*/ 21 h 43"/>
              <a:gd name="T2" fmla="*/ 22 w 44"/>
              <a:gd name="T3" fmla="*/ 0 h 43"/>
              <a:gd name="T4" fmla="*/ 44 w 44"/>
              <a:gd name="T5" fmla="*/ 21 h 43"/>
              <a:gd name="T6" fmla="*/ 44 w 44"/>
              <a:gd name="T7" fmla="*/ 21 h 43"/>
              <a:gd name="T8" fmla="*/ 22 w 44"/>
              <a:gd name="T9" fmla="*/ 43 h 43"/>
              <a:gd name="T10" fmla="*/ 0 w 44"/>
              <a:gd name="T11" fmla="*/ 2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3">
                <a:moveTo>
                  <a:pt x="0" y="21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33"/>
                  <a:pt x="34" y="43"/>
                  <a:pt x="22" y="43"/>
                </a:cubicBezTo>
                <a:cubicBezTo>
                  <a:pt x="10" y="43"/>
                  <a:pt x="0" y="33"/>
                  <a:pt x="0" y="21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3" name="Freeform 128">
            <a:extLst>
              <a:ext uri="{FF2B5EF4-FFF2-40B4-BE49-F238E27FC236}">
                <a16:creationId xmlns:a16="http://schemas.microsoft.com/office/drawing/2014/main" id="{47E291AA-5692-044A-1EB8-86F0A8C416C4}"/>
              </a:ext>
            </a:extLst>
          </p:cNvPr>
          <p:cNvSpPr>
            <a:spLocks/>
          </p:cNvSpPr>
          <p:nvPr/>
        </p:nvSpPr>
        <p:spPr bwMode="auto">
          <a:xfrm>
            <a:off x="2800351" y="5108576"/>
            <a:ext cx="69850" cy="69850"/>
          </a:xfrm>
          <a:custGeom>
            <a:avLst/>
            <a:gdLst>
              <a:gd name="T0" fmla="*/ 0 w 44"/>
              <a:gd name="T1" fmla="*/ 22 h 44"/>
              <a:gd name="T2" fmla="*/ 21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1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9" y="0"/>
                  <a:pt x="21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5"/>
                  <a:pt x="34" y="44"/>
                  <a:pt x="21" y="44"/>
                </a:cubicBezTo>
                <a:cubicBezTo>
                  <a:pt x="9" y="44"/>
                  <a:pt x="0" y="35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4" name="Freeform 129">
            <a:extLst>
              <a:ext uri="{FF2B5EF4-FFF2-40B4-BE49-F238E27FC236}">
                <a16:creationId xmlns:a16="http://schemas.microsoft.com/office/drawing/2014/main" id="{2A5B02F5-752B-8AC7-8988-96E7D57EC7EF}"/>
              </a:ext>
            </a:extLst>
          </p:cNvPr>
          <p:cNvSpPr>
            <a:spLocks/>
          </p:cNvSpPr>
          <p:nvPr/>
        </p:nvSpPr>
        <p:spPr bwMode="auto">
          <a:xfrm>
            <a:off x="2951164" y="4975226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9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9" y="44"/>
                  <a:pt x="0" y="34"/>
                  <a:pt x="0" y="22"/>
                </a:cubicBezTo>
              </a:path>
            </a:pathLst>
          </a:custGeom>
          <a:solidFill>
            <a:srgbClr val="FFBA8C"/>
          </a:solidFill>
          <a:ln w="12700" cap="rnd">
            <a:solidFill>
              <a:srgbClr val="FFEF21"/>
            </a:solidFill>
            <a:prstDash val="solid"/>
            <a:round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5" name="Line 130">
            <a:extLst>
              <a:ext uri="{FF2B5EF4-FFF2-40B4-BE49-F238E27FC236}">
                <a16:creationId xmlns:a16="http://schemas.microsoft.com/office/drawing/2014/main" id="{6A6DF74F-D0A9-2463-B671-0A22D8D184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3989" y="4398963"/>
            <a:ext cx="92075" cy="8413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6" name="Line 131">
            <a:extLst>
              <a:ext uri="{FF2B5EF4-FFF2-40B4-BE49-F238E27FC236}">
                <a16:creationId xmlns:a16="http://schemas.microsoft.com/office/drawing/2014/main" id="{B3709D56-61F3-73A2-4E08-0E03F0C91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7651" y="4208463"/>
            <a:ext cx="23813" cy="1333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7" name="Line 132">
            <a:extLst>
              <a:ext uri="{FF2B5EF4-FFF2-40B4-BE49-F238E27FC236}">
                <a16:creationId xmlns:a16="http://schemas.microsoft.com/office/drawing/2014/main" id="{0923470A-C176-F491-E3AD-6F887B3008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7151" y="4100513"/>
            <a:ext cx="158750" cy="6032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8" name="Line 133">
            <a:extLst>
              <a:ext uri="{FF2B5EF4-FFF2-40B4-BE49-F238E27FC236}">
                <a16:creationId xmlns:a16="http://schemas.microsoft.com/office/drawing/2014/main" id="{6DB6CBB9-F515-45F7-AE69-6B52BCDED9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3164" y="4108451"/>
            <a:ext cx="100013" cy="1000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9" name="Line 134">
            <a:extLst>
              <a:ext uri="{FF2B5EF4-FFF2-40B4-BE49-F238E27FC236}">
                <a16:creationId xmlns:a16="http://schemas.microsoft.com/office/drawing/2014/main" id="{205B5482-453C-FCE9-EE86-4A7A7DDC2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7289" y="4264026"/>
            <a:ext cx="12700" cy="13017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0" name="Line 135">
            <a:extLst>
              <a:ext uri="{FF2B5EF4-FFF2-40B4-BE49-F238E27FC236}">
                <a16:creationId xmlns:a16="http://schemas.microsoft.com/office/drawing/2014/main" id="{68817B21-F371-A305-FDED-B3CD992422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71739" y="4445001"/>
            <a:ext cx="160338" cy="5873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1" name="Line 136">
            <a:extLst>
              <a:ext uri="{FF2B5EF4-FFF2-40B4-BE49-F238E27FC236}">
                <a16:creationId xmlns:a16="http://schemas.microsoft.com/office/drawing/2014/main" id="{293372EE-6AFF-D457-73DF-C767BFE8FE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1" y="4540251"/>
            <a:ext cx="50800" cy="1460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2" name="Line 137">
            <a:extLst>
              <a:ext uri="{FF2B5EF4-FFF2-40B4-BE49-F238E27FC236}">
                <a16:creationId xmlns:a16="http://schemas.microsoft.com/office/drawing/2014/main" id="{128ACA5A-15E1-ED96-0ED6-4749D5831E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214" y="4392613"/>
            <a:ext cx="142875" cy="5873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3" name="Line 138">
            <a:extLst>
              <a:ext uri="{FF2B5EF4-FFF2-40B4-BE49-F238E27FC236}">
                <a16:creationId xmlns:a16="http://schemas.microsoft.com/office/drawing/2014/main" id="{CE4EE9C7-D500-BFDD-1FD9-60547EFC0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2126" y="4484688"/>
            <a:ext cx="46038" cy="15557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4" name="Line 139">
            <a:extLst>
              <a:ext uri="{FF2B5EF4-FFF2-40B4-BE49-F238E27FC236}">
                <a16:creationId xmlns:a16="http://schemas.microsoft.com/office/drawing/2014/main" id="{E232EE42-84F2-E63E-6F55-5FF37596B0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9739" y="4699001"/>
            <a:ext cx="87313" cy="825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5" name="Line 140">
            <a:extLst>
              <a:ext uri="{FF2B5EF4-FFF2-40B4-BE49-F238E27FC236}">
                <a16:creationId xmlns:a16="http://schemas.microsoft.com/office/drawing/2014/main" id="{AAF79248-9363-AB18-05C6-97B002F79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9076" y="4738688"/>
            <a:ext cx="169863" cy="6350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6" name="Line 141">
            <a:extLst>
              <a:ext uri="{FF2B5EF4-FFF2-40B4-BE49-F238E27FC236}">
                <a16:creationId xmlns:a16="http://schemas.microsoft.com/office/drawing/2014/main" id="{FD3AA861-817B-9B7D-6BA8-7CDAE4E75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2276" y="4846638"/>
            <a:ext cx="3175" cy="13493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7" name="Line 142">
            <a:extLst>
              <a:ext uri="{FF2B5EF4-FFF2-40B4-BE49-F238E27FC236}">
                <a16:creationId xmlns:a16="http://schemas.microsoft.com/office/drawing/2014/main" id="{73669676-01D9-E4CB-C9B5-5F7FA99409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08264" y="4745038"/>
            <a:ext cx="98425" cy="952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8" name="Line 143">
            <a:extLst>
              <a:ext uri="{FF2B5EF4-FFF2-40B4-BE49-F238E27FC236}">
                <a16:creationId xmlns:a16="http://schemas.microsoft.com/office/drawing/2014/main" id="{6A59F827-BFCB-32BD-D9D9-E847E6110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1" y="4905376"/>
            <a:ext cx="11113" cy="11747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9" name="Line 144">
            <a:extLst>
              <a:ext uri="{FF2B5EF4-FFF2-40B4-BE49-F238E27FC236}">
                <a16:creationId xmlns:a16="http://schemas.microsoft.com/office/drawing/2014/main" id="{41A2E459-6C00-99EE-57BE-11CC7C54D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5251" y="5070476"/>
            <a:ext cx="166688" cy="619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0" name="Line 145">
            <a:extLst>
              <a:ext uri="{FF2B5EF4-FFF2-40B4-BE49-F238E27FC236}">
                <a16:creationId xmlns:a16="http://schemas.microsoft.com/office/drawing/2014/main" id="{013E7262-F351-D980-553B-8366066334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60676" y="5032376"/>
            <a:ext cx="98425" cy="873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1" name="Line 146">
            <a:extLst>
              <a:ext uri="{FF2B5EF4-FFF2-40B4-BE49-F238E27FC236}">
                <a16:creationId xmlns:a16="http://schemas.microsoft.com/office/drawing/2014/main" id="{D628A048-DBFA-3241-2671-0E0EE6D69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6876" y="4852988"/>
            <a:ext cx="1588" cy="13335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2" name="Line 147">
            <a:extLst>
              <a:ext uri="{FF2B5EF4-FFF2-40B4-BE49-F238E27FC236}">
                <a16:creationId xmlns:a16="http://schemas.microsoft.com/office/drawing/2014/main" id="{1A2EDCEB-832A-B23D-7F5B-311A67DC3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9539" y="5045076"/>
            <a:ext cx="168275" cy="60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3" name="Freeform 148">
            <a:extLst>
              <a:ext uri="{FF2B5EF4-FFF2-40B4-BE49-F238E27FC236}">
                <a16:creationId xmlns:a16="http://schemas.microsoft.com/office/drawing/2014/main" id="{0CDBA659-A7C5-E74D-8DFE-37E5A6445B13}"/>
              </a:ext>
            </a:extLst>
          </p:cNvPr>
          <p:cNvSpPr>
            <a:spLocks/>
          </p:cNvSpPr>
          <p:nvPr/>
        </p:nvSpPr>
        <p:spPr bwMode="auto">
          <a:xfrm>
            <a:off x="2535239" y="4110038"/>
            <a:ext cx="590550" cy="590550"/>
          </a:xfrm>
          <a:custGeom>
            <a:avLst/>
            <a:gdLst>
              <a:gd name="T0" fmla="*/ 0 w 372"/>
              <a:gd name="T1" fmla="*/ 186 h 372"/>
              <a:gd name="T2" fmla="*/ 186 w 372"/>
              <a:gd name="T3" fmla="*/ 0 h 372"/>
              <a:gd name="T4" fmla="*/ 372 w 372"/>
              <a:gd name="T5" fmla="*/ 186 h 372"/>
              <a:gd name="T6" fmla="*/ 372 w 372"/>
              <a:gd name="T7" fmla="*/ 186 h 372"/>
              <a:gd name="T8" fmla="*/ 186 w 372"/>
              <a:gd name="T9" fmla="*/ 372 h 372"/>
              <a:gd name="T10" fmla="*/ 0 w 372"/>
              <a:gd name="T11" fmla="*/ 186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372">
                <a:moveTo>
                  <a:pt x="0" y="186"/>
                </a:moveTo>
                <a:cubicBezTo>
                  <a:pt x="0" y="83"/>
                  <a:pt x="83" y="0"/>
                  <a:pt x="186" y="0"/>
                </a:cubicBezTo>
                <a:cubicBezTo>
                  <a:pt x="288" y="0"/>
                  <a:pt x="372" y="83"/>
                  <a:pt x="372" y="186"/>
                </a:cubicBezTo>
                <a:cubicBezTo>
                  <a:pt x="372" y="186"/>
                  <a:pt x="372" y="186"/>
                  <a:pt x="372" y="186"/>
                </a:cubicBezTo>
                <a:cubicBezTo>
                  <a:pt x="372" y="289"/>
                  <a:pt x="288" y="372"/>
                  <a:pt x="186" y="372"/>
                </a:cubicBezTo>
                <a:cubicBezTo>
                  <a:pt x="83" y="372"/>
                  <a:pt x="0" y="289"/>
                  <a:pt x="0" y="186"/>
                </a:cubicBezTo>
              </a:path>
            </a:pathLst>
          </a:custGeom>
          <a:noFill/>
          <a:ln w="12700" cap="rnd">
            <a:solidFill>
              <a:srgbClr val="0070C0"/>
            </a:solidFill>
            <a:prstDash val="sysDash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4" name="Freeform 149">
            <a:extLst>
              <a:ext uri="{FF2B5EF4-FFF2-40B4-BE49-F238E27FC236}">
                <a16:creationId xmlns:a16="http://schemas.microsoft.com/office/drawing/2014/main" id="{E0AB2E42-E5E7-CD2C-363E-8ADC3FB85688}"/>
              </a:ext>
            </a:extLst>
          </p:cNvPr>
          <p:cNvSpPr>
            <a:spLocks/>
          </p:cNvSpPr>
          <p:nvPr/>
        </p:nvSpPr>
        <p:spPr bwMode="auto">
          <a:xfrm>
            <a:off x="2428876" y="4797426"/>
            <a:ext cx="498475" cy="498475"/>
          </a:xfrm>
          <a:custGeom>
            <a:avLst/>
            <a:gdLst>
              <a:gd name="T0" fmla="*/ 0 w 314"/>
              <a:gd name="T1" fmla="*/ 157 h 314"/>
              <a:gd name="T2" fmla="*/ 157 w 314"/>
              <a:gd name="T3" fmla="*/ 0 h 314"/>
              <a:gd name="T4" fmla="*/ 314 w 314"/>
              <a:gd name="T5" fmla="*/ 157 h 314"/>
              <a:gd name="T6" fmla="*/ 314 w 314"/>
              <a:gd name="T7" fmla="*/ 157 h 314"/>
              <a:gd name="T8" fmla="*/ 157 w 314"/>
              <a:gd name="T9" fmla="*/ 314 h 314"/>
              <a:gd name="T10" fmla="*/ 0 w 314"/>
              <a:gd name="T11" fmla="*/ 157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4" h="314">
                <a:moveTo>
                  <a:pt x="0" y="157"/>
                </a:moveTo>
                <a:cubicBezTo>
                  <a:pt x="0" y="70"/>
                  <a:pt x="71" y="0"/>
                  <a:pt x="157" y="0"/>
                </a:cubicBezTo>
                <a:cubicBezTo>
                  <a:pt x="244" y="0"/>
                  <a:pt x="314" y="70"/>
                  <a:pt x="314" y="157"/>
                </a:cubicBezTo>
                <a:cubicBezTo>
                  <a:pt x="314" y="157"/>
                  <a:pt x="314" y="157"/>
                  <a:pt x="314" y="157"/>
                </a:cubicBezTo>
                <a:cubicBezTo>
                  <a:pt x="314" y="244"/>
                  <a:pt x="244" y="314"/>
                  <a:pt x="157" y="314"/>
                </a:cubicBezTo>
                <a:cubicBezTo>
                  <a:pt x="71" y="314"/>
                  <a:pt x="0" y="244"/>
                  <a:pt x="0" y="157"/>
                </a:cubicBezTo>
              </a:path>
            </a:pathLst>
          </a:custGeom>
          <a:noFill/>
          <a:ln w="12700" cap="rnd">
            <a:solidFill>
              <a:srgbClr val="0070C0"/>
            </a:solidFill>
            <a:prstDash val="sysDash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5" name="Line 150">
            <a:extLst>
              <a:ext uri="{FF2B5EF4-FFF2-40B4-BE49-F238E27FC236}">
                <a16:creationId xmlns:a16="http://schemas.microsoft.com/office/drawing/2014/main" id="{22335412-CFA6-60D9-FF03-0BB5A2562F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6226" y="4194176"/>
            <a:ext cx="1076325" cy="163513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6" name="Line 151">
            <a:extLst>
              <a:ext uri="{FF2B5EF4-FFF2-40B4-BE49-F238E27FC236}">
                <a16:creationId xmlns:a16="http://schemas.microsoft.com/office/drawing/2014/main" id="{08BCCFB3-31D3-C6AA-3368-DA0C16CC33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6389" y="4357688"/>
            <a:ext cx="1046163" cy="190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7" name="Line 152">
            <a:extLst>
              <a:ext uri="{FF2B5EF4-FFF2-40B4-BE49-F238E27FC236}">
                <a16:creationId xmlns:a16="http://schemas.microsoft.com/office/drawing/2014/main" id="{7E408CCD-BA6C-71BC-2B0D-47324C7E97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5939" y="4357688"/>
            <a:ext cx="836613" cy="93663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8" name="Line 153">
            <a:extLst>
              <a:ext uri="{FF2B5EF4-FFF2-40B4-BE49-F238E27FC236}">
                <a16:creationId xmlns:a16="http://schemas.microsoft.com/office/drawing/2014/main" id="{5D918657-68C8-D55B-E9C3-CA3EBAC67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87639" y="4357688"/>
            <a:ext cx="1204913" cy="174625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9" name="Line 154">
            <a:extLst>
              <a:ext uri="{FF2B5EF4-FFF2-40B4-BE49-F238E27FC236}">
                <a16:creationId xmlns:a16="http://schemas.microsoft.com/office/drawing/2014/main" id="{70966044-3D6C-57CC-A7CD-43B0E7B095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25726" y="4870451"/>
            <a:ext cx="1057275" cy="155575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0" name="Line 155">
            <a:extLst>
              <a:ext uri="{FF2B5EF4-FFF2-40B4-BE49-F238E27FC236}">
                <a16:creationId xmlns:a16="http://schemas.microsoft.com/office/drawing/2014/main" id="{3315D92F-ACF4-D575-7A13-0279501A18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8901" y="5026026"/>
            <a:ext cx="1054100" cy="7938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1" name="Line 156">
            <a:extLst>
              <a:ext uri="{FF2B5EF4-FFF2-40B4-BE49-F238E27FC236}">
                <a16:creationId xmlns:a16="http://schemas.microsoft.com/office/drawing/2014/main" id="{1CD6E600-F78A-83DA-977D-C69DEA567D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0201" y="5026026"/>
            <a:ext cx="812800" cy="117475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2" name="Freeform 157">
            <a:extLst>
              <a:ext uri="{FF2B5EF4-FFF2-40B4-BE49-F238E27FC236}">
                <a16:creationId xmlns:a16="http://schemas.microsoft.com/office/drawing/2014/main" id="{FA64B952-B929-A71D-2577-D41EC0BE0C4E}"/>
              </a:ext>
            </a:extLst>
          </p:cNvPr>
          <p:cNvSpPr>
            <a:spLocks/>
          </p:cNvSpPr>
          <p:nvPr/>
        </p:nvSpPr>
        <p:spPr bwMode="auto">
          <a:xfrm>
            <a:off x="5308601" y="2890838"/>
            <a:ext cx="271463" cy="69850"/>
          </a:xfrm>
          <a:prstGeom prst="rightArrow">
            <a:avLst/>
          </a:prstGeom>
          <a:solidFill>
            <a:srgbClr val="1473D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3" name="Freeform 158">
            <a:extLst>
              <a:ext uri="{FF2B5EF4-FFF2-40B4-BE49-F238E27FC236}">
                <a16:creationId xmlns:a16="http://schemas.microsoft.com/office/drawing/2014/main" id="{51B77FE8-D6CE-81DA-56F1-571C8D4EDE73}"/>
              </a:ext>
            </a:extLst>
          </p:cNvPr>
          <p:cNvSpPr>
            <a:spLocks/>
          </p:cNvSpPr>
          <p:nvPr/>
        </p:nvSpPr>
        <p:spPr bwMode="auto">
          <a:xfrm>
            <a:off x="3968751" y="2576513"/>
            <a:ext cx="317500" cy="69850"/>
          </a:xfrm>
          <a:prstGeom prst="rightArrow">
            <a:avLst/>
          </a:prstGeom>
          <a:solidFill>
            <a:srgbClr val="1473D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4" name="Freeform 159">
            <a:extLst>
              <a:ext uri="{FF2B5EF4-FFF2-40B4-BE49-F238E27FC236}">
                <a16:creationId xmlns:a16="http://schemas.microsoft.com/office/drawing/2014/main" id="{27E7E276-FD23-06AC-3A30-DC381C461120}"/>
              </a:ext>
            </a:extLst>
          </p:cNvPr>
          <p:cNvSpPr>
            <a:spLocks/>
          </p:cNvSpPr>
          <p:nvPr/>
        </p:nvSpPr>
        <p:spPr bwMode="auto">
          <a:xfrm>
            <a:off x="2640014" y="2960688"/>
            <a:ext cx="334963" cy="69850"/>
          </a:xfrm>
          <a:prstGeom prst="rightArrow">
            <a:avLst/>
          </a:prstGeom>
          <a:solidFill>
            <a:srgbClr val="1473D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5" name="Line 160">
            <a:extLst>
              <a:ext uri="{FF2B5EF4-FFF2-40B4-BE49-F238E27FC236}">
                <a16:creationId xmlns:a16="http://schemas.microsoft.com/office/drawing/2014/main" id="{35BCEC40-9026-0767-22DA-DCA0D510F8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4814" y="3043238"/>
            <a:ext cx="0" cy="20796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6" name="Line 161">
            <a:extLst>
              <a:ext uri="{FF2B5EF4-FFF2-40B4-BE49-F238E27FC236}">
                <a16:creationId xmlns:a16="http://schemas.microsoft.com/office/drawing/2014/main" id="{DB3A888C-DB92-969B-6C7C-104DADF25F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4814" y="3157538"/>
            <a:ext cx="0" cy="24130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7" name="Line 162">
            <a:extLst>
              <a:ext uri="{FF2B5EF4-FFF2-40B4-BE49-F238E27FC236}">
                <a16:creationId xmlns:a16="http://schemas.microsoft.com/office/drawing/2014/main" id="{D533C66D-A9BF-C28A-3F65-6FAD652B9D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4814" y="3398838"/>
            <a:ext cx="609600" cy="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8" name="Line 163">
            <a:extLst>
              <a:ext uri="{FF2B5EF4-FFF2-40B4-BE49-F238E27FC236}">
                <a16:creationId xmlns:a16="http://schemas.microsoft.com/office/drawing/2014/main" id="{5969F25C-0B65-B9E3-9E01-7AE8E7ECE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8826" y="3398838"/>
            <a:ext cx="669925" cy="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9" name="Line 164">
            <a:extLst>
              <a:ext uri="{FF2B5EF4-FFF2-40B4-BE49-F238E27FC236}">
                <a16:creationId xmlns:a16="http://schemas.microsoft.com/office/drawing/2014/main" id="{EFC03D3F-D0E2-FE59-44BD-993783DC4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8751" y="3043238"/>
            <a:ext cx="0" cy="35560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0" name="Line 165">
            <a:extLst>
              <a:ext uri="{FF2B5EF4-FFF2-40B4-BE49-F238E27FC236}">
                <a16:creationId xmlns:a16="http://schemas.microsoft.com/office/drawing/2014/main" id="{1E9770A0-E119-E5FE-03F5-18FBB4D2C4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8751" y="2611438"/>
            <a:ext cx="0" cy="4889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1" name="Line 166">
            <a:extLst>
              <a:ext uri="{FF2B5EF4-FFF2-40B4-BE49-F238E27FC236}">
                <a16:creationId xmlns:a16="http://schemas.microsoft.com/office/drawing/2014/main" id="{B7D8ADE6-57F5-14AE-91A2-7BFED2EF85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6251" y="2251076"/>
            <a:ext cx="0" cy="36036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2" name="Line 167">
            <a:extLst>
              <a:ext uri="{FF2B5EF4-FFF2-40B4-BE49-F238E27FC236}">
                <a16:creationId xmlns:a16="http://schemas.microsoft.com/office/drawing/2014/main" id="{30211885-AF18-0AC0-4204-0F576B9C9F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6251" y="2049463"/>
            <a:ext cx="0" cy="33020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3" name="Line 168">
            <a:extLst>
              <a:ext uri="{FF2B5EF4-FFF2-40B4-BE49-F238E27FC236}">
                <a16:creationId xmlns:a16="http://schemas.microsoft.com/office/drawing/2014/main" id="{0A3957D3-03CF-F5E0-6FEC-5E33B04E7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1" y="2049463"/>
            <a:ext cx="587375" cy="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4" name="Line 169">
            <a:extLst>
              <a:ext uri="{FF2B5EF4-FFF2-40B4-BE49-F238E27FC236}">
                <a16:creationId xmlns:a16="http://schemas.microsoft.com/office/drawing/2014/main" id="{DDC854AB-8B1D-82F6-8801-98F12A648B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0414" y="2049463"/>
            <a:ext cx="738188" cy="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5" name="Line 170">
            <a:extLst>
              <a:ext uri="{FF2B5EF4-FFF2-40B4-BE49-F238E27FC236}">
                <a16:creationId xmlns:a16="http://schemas.microsoft.com/office/drawing/2014/main" id="{ADCD0CAE-E0CC-C758-04A8-72A5662D3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601" y="2049463"/>
            <a:ext cx="0" cy="5572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6" name="Line 171">
            <a:extLst>
              <a:ext uri="{FF2B5EF4-FFF2-40B4-BE49-F238E27FC236}">
                <a16:creationId xmlns:a16="http://schemas.microsoft.com/office/drawing/2014/main" id="{149790D0-EC24-F669-C5AF-69F13DA53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601" y="2384426"/>
            <a:ext cx="0" cy="54133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7" name="Line 172">
            <a:extLst>
              <a:ext uri="{FF2B5EF4-FFF2-40B4-BE49-F238E27FC236}">
                <a16:creationId xmlns:a16="http://schemas.microsoft.com/office/drawing/2014/main" id="{0A96639F-FC0C-C137-4F9C-5F05B2DB8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0226" y="2617788"/>
            <a:ext cx="928688" cy="290513"/>
          </a:xfrm>
          <a:prstGeom prst="line">
            <a:avLst/>
          </a:prstGeom>
          <a:noFill/>
          <a:ln w="12700" cap="rnd">
            <a:solidFill>
              <a:srgbClr val="00B05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8" name="Line 173">
            <a:extLst>
              <a:ext uri="{FF2B5EF4-FFF2-40B4-BE49-F238E27FC236}">
                <a16:creationId xmlns:a16="http://schemas.microsoft.com/office/drawing/2014/main" id="{1A4EF2F8-AAA9-C008-A7B2-3B622938A5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1" y="2628901"/>
            <a:ext cx="935038" cy="366713"/>
          </a:xfrm>
          <a:prstGeom prst="line">
            <a:avLst/>
          </a:prstGeom>
          <a:noFill/>
          <a:ln w="12700" cap="rnd">
            <a:solidFill>
              <a:srgbClr val="00B05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9" name="Line 174">
            <a:extLst>
              <a:ext uri="{FF2B5EF4-FFF2-40B4-BE49-F238E27FC236}">
                <a16:creationId xmlns:a16="http://schemas.microsoft.com/office/drawing/2014/main" id="{7FC4707A-8E77-F2ED-F537-FD50665EA2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0014" y="1890713"/>
            <a:ext cx="0" cy="303213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0" name="Line 175">
            <a:extLst>
              <a:ext uri="{FF2B5EF4-FFF2-40B4-BE49-F238E27FC236}">
                <a16:creationId xmlns:a16="http://schemas.microsoft.com/office/drawing/2014/main" id="{429D9729-62A9-8565-F4A5-F80F95FBAC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9114" y="2681288"/>
            <a:ext cx="604838" cy="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1" name="Line 176">
            <a:extLst>
              <a:ext uri="{FF2B5EF4-FFF2-40B4-BE49-F238E27FC236}">
                <a16:creationId xmlns:a16="http://schemas.microsoft.com/office/drawing/2014/main" id="{D8CAB64B-F227-81BC-DC0C-476F3BF29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4189" y="4764088"/>
            <a:ext cx="641350" cy="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2" name="Line 177">
            <a:extLst>
              <a:ext uri="{FF2B5EF4-FFF2-40B4-BE49-F238E27FC236}">
                <a16:creationId xmlns:a16="http://schemas.microsoft.com/office/drawing/2014/main" id="{6B0042CA-6724-0050-64D4-34B2735FA3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2714" y="5222876"/>
            <a:ext cx="0" cy="242888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3" name="Line 178">
            <a:extLst>
              <a:ext uri="{FF2B5EF4-FFF2-40B4-BE49-F238E27FC236}">
                <a16:creationId xmlns:a16="http://schemas.microsoft.com/office/drawing/2014/main" id="{0C708A0E-3B43-B414-1A4F-0D2F61658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7439" y="3908426"/>
            <a:ext cx="217488" cy="84138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4" name="Line 179">
            <a:extLst>
              <a:ext uri="{FF2B5EF4-FFF2-40B4-BE49-F238E27FC236}">
                <a16:creationId xmlns:a16="http://schemas.microsoft.com/office/drawing/2014/main" id="{B5012CCF-C30A-156B-1695-35DF5A358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4926" y="3992563"/>
            <a:ext cx="19050" cy="207963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5" name="Line 180">
            <a:extLst>
              <a:ext uri="{FF2B5EF4-FFF2-40B4-BE49-F238E27FC236}">
                <a16:creationId xmlns:a16="http://schemas.microsoft.com/office/drawing/2014/main" id="{BAE90859-C4CD-DA67-4E78-E2EF9E112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6" y="4048126"/>
            <a:ext cx="20638" cy="203200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6" name="Line 181">
            <a:extLst>
              <a:ext uri="{FF2B5EF4-FFF2-40B4-BE49-F238E27FC236}">
                <a16:creationId xmlns:a16="http://schemas.microsoft.com/office/drawing/2014/main" id="{667CB870-0EDB-9212-A09A-00266591AF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0276" y="3908426"/>
            <a:ext cx="157163" cy="139700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7" name="Line 182">
            <a:extLst>
              <a:ext uri="{FF2B5EF4-FFF2-40B4-BE49-F238E27FC236}">
                <a16:creationId xmlns:a16="http://schemas.microsoft.com/office/drawing/2014/main" id="{22B06F5A-E7E5-6DFF-BB47-B0B67CABA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914" y="4251326"/>
            <a:ext cx="222250" cy="80963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8" name="Line 183">
            <a:extLst>
              <a:ext uri="{FF2B5EF4-FFF2-40B4-BE49-F238E27FC236}">
                <a16:creationId xmlns:a16="http://schemas.microsoft.com/office/drawing/2014/main" id="{5581B932-63E8-F2D0-CF89-E63BC08012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3164" y="4200526"/>
            <a:ext cx="150813" cy="131763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9" name="Line 184">
            <a:extLst>
              <a:ext uri="{FF2B5EF4-FFF2-40B4-BE49-F238E27FC236}">
                <a16:creationId xmlns:a16="http://schemas.microsoft.com/office/drawing/2014/main" id="{2437C61B-59C6-1D91-0F49-661D3B29F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3976" y="4200526"/>
            <a:ext cx="209550" cy="77788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0" name="Line 185">
            <a:extLst>
              <a:ext uri="{FF2B5EF4-FFF2-40B4-BE49-F238E27FC236}">
                <a16:creationId xmlns:a16="http://schemas.microsoft.com/office/drawing/2014/main" id="{FBEC4747-828A-719D-8EB0-98E0317174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3526" y="4278313"/>
            <a:ext cx="69850" cy="204788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1" name="Line 186">
            <a:extLst>
              <a:ext uri="{FF2B5EF4-FFF2-40B4-BE49-F238E27FC236}">
                <a16:creationId xmlns:a16="http://schemas.microsoft.com/office/drawing/2014/main" id="{60734CBF-B313-CE40-2A87-4FB65F7EE2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60501" y="4483101"/>
            <a:ext cx="142875" cy="144463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2" name="Line 187">
            <a:extLst>
              <a:ext uri="{FF2B5EF4-FFF2-40B4-BE49-F238E27FC236}">
                <a16:creationId xmlns:a16="http://schemas.microsoft.com/office/drawing/2014/main" id="{B7E887A6-B836-6527-43BF-0E08ED3C52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43014" y="4541838"/>
            <a:ext cx="217488" cy="85725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3" name="Line 188">
            <a:extLst>
              <a:ext uri="{FF2B5EF4-FFF2-40B4-BE49-F238E27FC236}">
                <a16:creationId xmlns:a16="http://schemas.microsoft.com/office/drawing/2014/main" id="{67B7949A-A494-E118-7EF9-E756742D62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73164" y="4332288"/>
            <a:ext cx="69850" cy="209550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4" name="Line 189">
            <a:extLst>
              <a:ext uri="{FF2B5EF4-FFF2-40B4-BE49-F238E27FC236}">
                <a16:creationId xmlns:a16="http://schemas.microsoft.com/office/drawing/2014/main" id="{67DF1D7C-DD2F-546F-FD84-F80E3697A4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3314" y="4541838"/>
            <a:ext cx="139700" cy="136525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5" name="Line 190">
            <a:extLst>
              <a:ext uri="{FF2B5EF4-FFF2-40B4-BE49-F238E27FC236}">
                <a16:creationId xmlns:a16="http://schemas.microsoft.com/office/drawing/2014/main" id="{7A4C0D67-EE6C-CBE9-9F63-73FD16761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3314" y="4678363"/>
            <a:ext cx="11113" cy="188913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6" name="Line 191">
            <a:extLst>
              <a:ext uri="{FF2B5EF4-FFF2-40B4-BE49-F238E27FC236}">
                <a16:creationId xmlns:a16="http://schemas.microsoft.com/office/drawing/2014/main" id="{10151669-85BB-F3B1-C21E-BABC7EEB5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4426" y="4867276"/>
            <a:ext cx="233363" cy="98425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7" name="Line 192">
            <a:extLst>
              <a:ext uri="{FF2B5EF4-FFF2-40B4-BE49-F238E27FC236}">
                <a16:creationId xmlns:a16="http://schemas.microsoft.com/office/drawing/2014/main" id="{158562C1-3762-8426-C9CB-C0E8159912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47789" y="4829176"/>
            <a:ext cx="136525" cy="136525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8" name="Line 193">
            <a:extLst>
              <a:ext uri="{FF2B5EF4-FFF2-40B4-BE49-F238E27FC236}">
                <a16:creationId xmlns:a16="http://schemas.microsoft.com/office/drawing/2014/main" id="{9BE60151-2797-73CE-923D-20C5319F6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1" y="4627563"/>
            <a:ext cx="23813" cy="201613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9" name="Line 194">
            <a:extLst>
              <a:ext uri="{FF2B5EF4-FFF2-40B4-BE49-F238E27FC236}">
                <a16:creationId xmlns:a16="http://schemas.microsoft.com/office/drawing/2014/main" id="{791320B4-2CB3-E7BE-4545-524C37D72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5101" y="4660901"/>
            <a:ext cx="20638" cy="1619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0" name="Line 195">
            <a:extLst>
              <a:ext uri="{FF2B5EF4-FFF2-40B4-BE49-F238E27FC236}">
                <a16:creationId xmlns:a16="http://schemas.microsoft.com/office/drawing/2014/main" id="{4F64743B-6EBB-A050-8919-FA7D1172D4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8714" y="4586288"/>
            <a:ext cx="111125" cy="1095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1" name="Line 196">
            <a:extLst>
              <a:ext uri="{FF2B5EF4-FFF2-40B4-BE49-F238E27FC236}">
                <a16:creationId xmlns:a16="http://schemas.microsoft.com/office/drawing/2014/main" id="{42301785-B5DA-6747-7982-C96348FFF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1" y="4849813"/>
            <a:ext cx="176213" cy="762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2" name="Line 197">
            <a:extLst>
              <a:ext uri="{FF2B5EF4-FFF2-40B4-BE49-F238E27FC236}">
                <a16:creationId xmlns:a16="http://schemas.microsoft.com/office/drawing/2014/main" id="{352F4706-FC0F-D28D-F86F-B482F43F8B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7426" y="4867276"/>
            <a:ext cx="127000" cy="47625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3" name="Line 198">
            <a:extLst>
              <a:ext uri="{FF2B5EF4-FFF2-40B4-BE49-F238E27FC236}">
                <a16:creationId xmlns:a16="http://schemas.microsoft.com/office/drawing/2014/main" id="{52CC6F9E-417F-A0C5-22AE-F42BBDEB2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46151" y="4960938"/>
            <a:ext cx="0" cy="12700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4" name="Line 199">
            <a:extLst>
              <a:ext uri="{FF2B5EF4-FFF2-40B4-BE49-F238E27FC236}">
                <a16:creationId xmlns:a16="http://schemas.microsoft.com/office/drawing/2014/main" id="{6993236E-15E0-6A24-B447-0BB5F6F00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614" y="5135563"/>
            <a:ext cx="80963" cy="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5" name="Line 200">
            <a:extLst>
              <a:ext uri="{FF2B5EF4-FFF2-40B4-BE49-F238E27FC236}">
                <a16:creationId xmlns:a16="http://schemas.microsoft.com/office/drawing/2014/main" id="{E04745E6-8929-AF0F-6F6A-1BD1494DA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981076" y="5135563"/>
            <a:ext cx="82550" cy="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6" name="Line 201">
            <a:extLst>
              <a:ext uri="{FF2B5EF4-FFF2-40B4-BE49-F238E27FC236}">
                <a16:creationId xmlns:a16="http://schemas.microsoft.com/office/drawing/2014/main" id="{78C77282-230C-5A13-5F96-5FCC03D6A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4589" y="5135563"/>
            <a:ext cx="101600" cy="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7" name="Line 202">
            <a:extLst>
              <a:ext uri="{FF2B5EF4-FFF2-40B4-BE49-F238E27FC236}">
                <a16:creationId xmlns:a16="http://schemas.microsoft.com/office/drawing/2014/main" id="{9B19BB69-0854-4EF8-A6AA-DB828A7C1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826" y="3992563"/>
            <a:ext cx="196850" cy="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8" name="Line 203">
            <a:extLst>
              <a:ext uri="{FF2B5EF4-FFF2-40B4-BE49-F238E27FC236}">
                <a16:creationId xmlns:a16="http://schemas.microsoft.com/office/drawing/2014/main" id="{64D5DC1E-DDED-2997-526C-370C872B72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376" y="4262438"/>
            <a:ext cx="196850" cy="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9" name="Line 204">
            <a:extLst>
              <a:ext uri="{FF2B5EF4-FFF2-40B4-BE49-F238E27FC236}">
                <a16:creationId xmlns:a16="http://schemas.microsoft.com/office/drawing/2014/main" id="{1444F9D3-2A32-C761-3879-8C1A29EFD3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6314" y="4332288"/>
            <a:ext cx="195263" cy="8255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0" name="Freeform 205">
            <a:extLst>
              <a:ext uri="{FF2B5EF4-FFF2-40B4-BE49-F238E27FC236}">
                <a16:creationId xmlns:a16="http://schemas.microsoft.com/office/drawing/2014/main" id="{D9021E50-BD1D-B365-58D1-4E68BC52046B}"/>
              </a:ext>
            </a:extLst>
          </p:cNvPr>
          <p:cNvSpPr>
            <a:spLocks/>
          </p:cNvSpPr>
          <p:nvPr/>
        </p:nvSpPr>
        <p:spPr bwMode="auto">
          <a:xfrm>
            <a:off x="7562851" y="3298826"/>
            <a:ext cx="522288" cy="219075"/>
          </a:xfrm>
          <a:custGeom>
            <a:avLst/>
            <a:gdLst>
              <a:gd name="T0" fmla="*/ 0 w 544"/>
              <a:gd name="T1" fmla="*/ 193 h 229"/>
              <a:gd name="T2" fmla="*/ 36 w 544"/>
              <a:gd name="T3" fmla="*/ 229 h 229"/>
              <a:gd name="T4" fmla="*/ 508 w 544"/>
              <a:gd name="T5" fmla="*/ 229 h 229"/>
              <a:gd name="T6" fmla="*/ 544 w 544"/>
              <a:gd name="T7" fmla="*/ 193 h 229"/>
              <a:gd name="T8" fmla="*/ 544 w 544"/>
              <a:gd name="T9" fmla="*/ 36 h 229"/>
              <a:gd name="T10" fmla="*/ 508 w 544"/>
              <a:gd name="T11" fmla="*/ 0 h 229"/>
              <a:gd name="T12" fmla="*/ 36 w 544"/>
              <a:gd name="T13" fmla="*/ 0 h 229"/>
              <a:gd name="T14" fmla="*/ 0 w 544"/>
              <a:gd name="T15" fmla="*/ 36 h 229"/>
              <a:gd name="T16" fmla="*/ 0 w 544"/>
              <a:gd name="T17" fmla="*/ 36 h 229"/>
              <a:gd name="T18" fmla="*/ 0 w 544"/>
              <a:gd name="T19" fmla="*/ 193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44" h="229">
                <a:moveTo>
                  <a:pt x="0" y="193"/>
                </a:moveTo>
                <a:cubicBezTo>
                  <a:pt x="0" y="213"/>
                  <a:pt x="16" y="229"/>
                  <a:pt x="36" y="229"/>
                </a:cubicBezTo>
                <a:lnTo>
                  <a:pt x="508" y="229"/>
                </a:lnTo>
                <a:cubicBezTo>
                  <a:pt x="528" y="229"/>
                  <a:pt x="544" y="213"/>
                  <a:pt x="544" y="193"/>
                </a:cubicBezTo>
                <a:lnTo>
                  <a:pt x="544" y="36"/>
                </a:lnTo>
                <a:cubicBezTo>
                  <a:pt x="544" y="16"/>
                  <a:pt x="528" y="0"/>
                  <a:pt x="508" y="0"/>
                </a:cubicBezTo>
                <a:lnTo>
                  <a:pt x="36" y="0"/>
                </a:lnTo>
                <a:cubicBezTo>
                  <a:pt x="16" y="0"/>
                  <a:pt x="0" y="16"/>
                  <a:pt x="0" y="36"/>
                </a:cubicBezTo>
                <a:lnTo>
                  <a:pt x="0" y="36"/>
                </a:lnTo>
                <a:lnTo>
                  <a:pt x="0" y="193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207">
            <a:extLst>
              <a:ext uri="{FF2B5EF4-FFF2-40B4-BE49-F238E27FC236}">
                <a16:creationId xmlns:a16="http://schemas.microsoft.com/office/drawing/2014/main" id="{9C291520-C986-F7C0-4652-D400D4688BF4}"/>
              </a:ext>
            </a:extLst>
          </p:cNvPr>
          <p:cNvSpPr>
            <a:spLocks/>
          </p:cNvSpPr>
          <p:nvPr/>
        </p:nvSpPr>
        <p:spPr bwMode="auto">
          <a:xfrm>
            <a:off x="7580313" y="3317875"/>
            <a:ext cx="104775" cy="180975"/>
          </a:xfrm>
          <a:custGeom>
            <a:avLst/>
            <a:gdLst>
              <a:gd name="T0" fmla="*/ 0 w 109"/>
              <a:gd name="T1" fmla="*/ 169 h 187"/>
              <a:gd name="T2" fmla="*/ 18 w 109"/>
              <a:gd name="T3" fmla="*/ 187 h 187"/>
              <a:gd name="T4" fmla="*/ 91 w 109"/>
              <a:gd name="T5" fmla="*/ 187 h 187"/>
              <a:gd name="T6" fmla="*/ 109 w 109"/>
              <a:gd name="T7" fmla="*/ 169 h 187"/>
              <a:gd name="T8" fmla="*/ 109 w 109"/>
              <a:gd name="T9" fmla="*/ 169 h 187"/>
              <a:gd name="T10" fmla="*/ 109 w 109"/>
              <a:gd name="T11" fmla="*/ 18 h 187"/>
              <a:gd name="T12" fmla="*/ 91 w 109"/>
              <a:gd name="T13" fmla="*/ 0 h 187"/>
              <a:gd name="T14" fmla="*/ 18 w 109"/>
              <a:gd name="T15" fmla="*/ 0 h 187"/>
              <a:gd name="T16" fmla="*/ 0 w 109"/>
              <a:gd name="T17" fmla="*/ 18 h 187"/>
              <a:gd name="T18" fmla="*/ 0 w 109"/>
              <a:gd name="T19" fmla="*/ 18 h 187"/>
              <a:gd name="T20" fmla="*/ 0 w 109"/>
              <a:gd name="T21" fmla="*/ 16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7">
                <a:moveTo>
                  <a:pt x="0" y="169"/>
                </a:moveTo>
                <a:cubicBezTo>
                  <a:pt x="0" y="179"/>
                  <a:pt x="8" y="187"/>
                  <a:pt x="18" y="187"/>
                </a:cubicBezTo>
                <a:lnTo>
                  <a:pt x="91" y="187"/>
                </a:lnTo>
                <a:cubicBezTo>
                  <a:pt x="101" y="187"/>
                  <a:pt x="109" y="179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7796B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208">
            <a:extLst>
              <a:ext uri="{FF2B5EF4-FFF2-40B4-BE49-F238E27FC236}">
                <a16:creationId xmlns:a16="http://schemas.microsoft.com/office/drawing/2014/main" id="{7DED1402-8A94-0235-7707-78560BC7E54D}"/>
              </a:ext>
            </a:extLst>
          </p:cNvPr>
          <p:cNvSpPr>
            <a:spLocks/>
          </p:cNvSpPr>
          <p:nvPr/>
        </p:nvSpPr>
        <p:spPr bwMode="auto">
          <a:xfrm>
            <a:off x="7708901" y="3317875"/>
            <a:ext cx="104775" cy="180975"/>
          </a:xfrm>
          <a:custGeom>
            <a:avLst/>
            <a:gdLst>
              <a:gd name="T0" fmla="*/ 0 w 109"/>
              <a:gd name="T1" fmla="*/ 169 h 187"/>
              <a:gd name="T2" fmla="*/ 18 w 109"/>
              <a:gd name="T3" fmla="*/ 187 h 187"/>
              <a:gd name="T4" fmla="*/ 91 w 109"/>
              <a:gd name="T5" fmla="*/ 187 h 187"/>
              <a:gd name="T6" fmla="*/ 109 w 109"/>
              <a:gd name="T7" fmla="*/ 169 h 187"/>
              <a:gd name="T8" fmla="*/ 109 w 109"/>
              <a:gd name="T9" fmla="*/ 169 h 187"/>
              <a:gd name="T10" fmla="*/ 109 w 109"/>
              <a:gd name="T11" fmla="*/ 18 h 187"/>
              <a:gd name="T12" fmla="*/ 91 w 109"/>
              <a:gd name="T13" fmla="*/ 0 h 187"/>
              <a:gd name="T14" fmla="*/ 91 w 109"/>
              <a:gd name="T15" fmla="*/ 0 h 187"/>
              <a:gd name="T16" fmla="*/ 18 w 109"/>
              <a:gd name="T17" fmla="*/ 0 h 187"/>
              <a:gd name="T18" fmla="*/ 0 w 109"/>
              <a:gd name="T19" fmla="*/ 18 h 187"/>
              <a:gd name="T20" fmla="*/ 0 w 109"/>
              <a:gd name="T21" fmla="*/ 16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7">
                <a:moveTo>
                  <a:pt x="0" y="169"/>
                </a:moveTo>
                <a:cubicBezTo>
                  <a:pt x="0" y="179"/>
                  <a:pt x="8" y="187"/>
                  <a:pt x="18" y="187"/>
                </a:cubicBezTo>
                <a:lnTo>
                  <a:pt x="91" y="187"/>
                </a:lnTo>
                <a:cubicBezTo>
                  <a:pt x="101" y="187"/>
                  <a:pt x="109" y="179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91" y="0"/>
                </a:ln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69"/>
                </a:lnTo>
              </a:path>
            </a:pathLst>
          </a:custGeom>
          <a:solidFill>
            <a:srgbClr val="7796B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209">
            <a:extLst>
              <a:ext uri="{FF2B5EF4-FFF2-40B4-BE49-F238E27FC236}">
                <a16:creationId xmlns:a16="http://schemas.microsoft.com/office/drawing/2014/main" id="{6F10FF5C-990E-BCBE-4B3A-E872ACB6B14B}"/>
              </a:ext>
            </a:extLst>
          </p:cNvPr>
          <p:cNvSpPr>
            <a:spLocks/>
          </p:cNvSpPr>
          <p:nvPr/>
        </p:nvSpPr>
        <p:spPr bwMode="auto">
          <a:xfrm>
            <a:off x="7835901" y="3317875"/>
            <a:ext cx="104775" cy="180975"/>
          </a:xfrm>
          <a:custGeom>
            <a:avLst/>
            <a:gdLst>
              <a:gd name="T0" fmla="*/ 0 w 109"/>
              <a:gd name="T1" fmla="*/ 169 h 187"/>
              <a:gd name="T2" fmla="*/ 18 w 109"/>
              <a:gd name="T3" fmla="*/ 187 h 187"/>
              <a:gd name="T4" fmla="*/ 91 w 109"/>
              <a:gd name="T5" fmla="*/ 187 h 187"/>
              <a:gd name="T6" fmla="*/ 109 w 109"/>
              <a:gd name="T7" fmla="*/ 169 h 187"/>
              <a:gd name="T8" fmla="*/ 109 w 109"/>
              <a:gd name="T9" fmla="*/ 169 h 187"/>
              <a:gd name="T10" fmla="*/ 109 w 109"/>
              <a:gd name="T11" fmla="*/ 18 h 187"/>
              <a:gd name="T12" fmla="*/ 91 w 109"/>
              <a:gd name="T13" fmla="*/ 0 h 187"/>
              <a:gd name="T14" fmla="*/ 18 w 109"/>
              <a:gd name="T15" fmla="*/ 0 h 187"/>
              <a:gd name="T16" fmla="*/ 0 w 109"/>
              <a:gd name="T17" fmla="*/ 18 h 187"/>
              <a:gd name="T18" fmla="*/ 0 w 109"/>
              <a:gd name="T19" fmla="*/ 18 h 187"/>
              <a:gd name="T20" fmla="*/ 0 w 109"/>
              <a:gd name="T21" fmla="*/ 16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7">
                <a:moveTo>
                  <a:pt x="0" y="169"/>
                </a:moveTo>
                <a:cubicBezTo>
                  <a:pt x="0" y="179"/>
                  <a:pt x="8" y="187"/>
                  <a:pt x="18" y="187"/>
                </a:cubicBezTo>
                <a:lnTo>
                  <a:pt x="91" y="187"/>
                </a:lnTo>
                <a:cubicBezTo>
                  <a:pt x="101" y="187"/>
                  <a:pt x="109" y="179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7796B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210">
            <a:extLst>
              <a:ext uri="{FF2B5EF4-FFF2-40B4-BE49-F238E27FC236}">
                <a16:creationId xmlns:a16="http://schemas.microsoft.com/office/drawing/2014/main" id="{E7C912A6-376D-B73F-950D-CCA6F2C15529}"/>
              </a:ext>
            </a:extLst>
          </p:cNvPr>
          <p:cNvSpPr>
            <a:spLocks/>
          </p:cNvSpPr>
          <p:nvPr/>
        </p:nvSpPr>
        <p:spPr bwMode="auto">
          <a:xfrm>
            <a:off x="7964488" y="3317875"/>
            <a:ext cx="104775" cy="180975"/>
          </a:xfrm>
          <a:custGeom>
            <a:avLst/>
            <a:gdLst>
              <a:gd name="T0" fmla="*/ 0 w 109"/>
              <a:gd name="T1" fmla="*/ 169 h 187"/>
              <a:gd name="T2" fmla="*/ 18 w 109"/>
              <a:gd name="T3" fmla="*/ 187 h 187"/>
              <a:gd name="T4" fmla="*/ 91 w 109"/>
              <a:gd name="T5" fmla="*/ 187 h 187"/>
              <a:gd name="T6" fmla="*/ 109 w 109"/>
              <a:gd name="T7" fmla="*/ 169 h 187"/>
              <a:gd name="T8" fmla="*/ 109 w 109"/>
              <a:gd name="T9" fmla="*/ 169 h 187"/>
              <a:gd name="T10" fmla="*/ 109 w 109"/>
              <a:gd name="T11" fmla="*/ 18 h 187"/>
              <a:gd name="T12" fmla="*/ 91 w 109"/>
              <a:gd name="T13" fmla="*/ 0 h 187"/>
              <a:gd name="T14" fmla="*/ 18 w 109"/>
              <a:gd name="T15" fmla="*/ 0 h 187"/>
              <a:gd name="T16" fmla="*/ 0 w 109"/>
              <a:gd name="T17" fmla="*/ 18 h 187"/>
              <a:gd name="T18" fmla="*/ 0 w 109"/>
              <a:gd name="T19" fmla="*/ 18 h 187"/>
              <a:gd name="T20" fmla="*/ 0 w 109"/>
              <a:gd name="T21" fmla="*/ 16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7">
                <a:moveTo>
                  <a:pt x="0" y="169"/>
                </a:moveTo>
                <a:cubicBezTo>
                  <a:pt x="0" y="179"/>
                  <a:pt x="8" y="187"/>
                  <a:pt x="18" y="187"/>
                </a:cubicBezTo>
                <a:lnTo>
                  <a:pt x="91" y="187"/>
                </a:lnTo>
                <a:cubicBezTo>
                  <a:pt x="101" y="187"/>
                  <a:pt x="109" y="179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7796B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211">
            <a:extLst>
              <a:ext uri="{FF2B5EF4-FFF2-40B4-BE49-F238E27FC236}">
                <a16:creationId xmlns:a16="http://schemas.microsoft.com/office/drawing/2014/main" id="{32F0D919-A498-26C4-416E-1E187AB1E635}"/>
              </a:ext>
            </a:extLst>
          </p:cNvPr>
          <p:cNvSpPr>
            <a:spLocks/>
          </p:cNvSpPr>
          <p:nvPr/>
        </p:nvSpPr>
        <p:spPr bwMode="auto">
          <a:xfrm>
            <a:off x="7562851" y="3594100"/>
            <a:ext cx="522288" cy="220663"/>
          </a:xfrm>
          <a:custGeom>
            <a:avLst/>
            <a:gdLst>
              <a:gd name="T0" fmla="*/ 0 w 544"/>
              <a:gd name="T1" fmla="*/ 194 h 230"/>
              <a:gd name="T2" fmla="*/ 36 w 544"/>
              <a:gd name="T3" fmla="*/ 230 h 230"/>
              <a:gd name="T4" fmla="*/ 508 w 544"/>
              <a:gd name="T5" fmla="*/ 230 h 230"/>
              <a:gd name="T6" fmla="*/ 544 w 544"/>
              <a:gd name="T7" fmla="*/ 194 h 230"/>
              <a:gd name="T8" fmla="*/ 544 w 544"/>
              <a:gd name="T9" fmla="*/ 36 h 230"/>
              <a:gd name="T10" fmla="*/ 508 w 544"/>
              <a:gd name="T11" fmla="*/ 0 h 230"/>
              <a:gd name="T12" fmla="*/ 36 w 544"/>
              <a:gd name="T13" fmla="*/ 0 h 230"/>
              <a:gd name="T14" fmla="*/ 0 w 544"/>
              <a:gd name="T15" fmla="*/ 36 h 230"/>
              <a:gd name="T16" fmla="*/ 0 w 544"/>
              <a:gd name="T17" fmla="*/ 36 h 230"/>
              <a:gd name="T18" fmla="*/ 0 w 544"/>
              <a:gd name="T19" fmla="*/ 194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44" h="230">
                <a:moveTo>
                  <a:pt x="0" y="194"/>
                </a:moveTo>
                <a:cubicBezTo>
                  <a:pt x="0" y="214"/>
                  <a:pt x="16" y="230"/>
                  <a:pt x="36" y="230"/>
                </a:cubicBezTo>
                <a:lnTo>
                  <a:pt x="508" y="230"/>
                </a:lnTo>
                <a:cubicBezTo>
                  <a:pt x="528" y="230"/>
                  <a:pt x="544" y="214"/>
                  <a:pt x="544" y="194"/>
                </a:cubicBezTo>
                <a:lnTo>
                  <a:pt x="544" y="36"/>
                </a:lnTo>
                <a:cubicBezTo>
                  <a:pt x="544" y="16"/>
                  <a:pt x="528" y="0"/>
                  <a:pt x="508" y="0"/>
                </a:cubicBezTo>
                <a:lnTo>
                  <a:pt x="36" y="0"/>
                </a:lnTo>
                <a:cubicBezTo>
                  <a:pt x="16" y="0"/>
                  <a:pt x="0" y="16"/>
                  <a:pt x="0" y="36"/>
                </a:cubicBezTo>
                <a:lnTo>
                  <a:pt x="0" y="36"/>
                </a:lnTo>
                <a:lnTo>
                  <a:pt x="0" y="194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212">
            <a:extLst>
              <a:ext uri="{FF2B5EF4-FFF2-40B4-BE49-F238E27FC236}">
                <a16:creationId xmlns:a16="http://schemas.microsoft.com/office/drawing/2014/main" id="{2DBC0A2C-1150-815F-6795-07CF2C34B294}"/>
              </a:ext>
            </a:extLst>
          </p:cNvPr>
          <p:cNvSpPr>
            <a:spLocks/>
          </p:cNvSpPr>
          <p:nvPr/>
        </p:nvSpPr>
        <p:spPr bwMode="auto">
          <a:xfrm>
            <a:off x="7580313" y="3614738"/>
            <a:ext cx="104775" cy="180975"/>
          </a:xfrm>
          <a:custGeom>
            <a:avLst/>
            <a:gdLst>
              <a:gd name="T0" fmla="*/ 0 w 109"/>
              <a:gd name="T1" fmla="*/ 169 h 188"/>
              <a:gd name="T2" fmla="*/ 18 w 109"/>
              <a:gd name="T3" fmla="*/ 188 h 188"/>
              <a:gd name="T4" fmla="*/ 91 w 109"/>
              <a:gd name="T5" fmla="*/ 188 h 188"/>
              <a:gd name="T6" fmla="*/ 109 w 109"/>
              <a:gd name="T7" fmla="*/ 169 h 188"/>
              <a:gd name="T8" fmla="*/ 109 w 109"/>
              <a:gd name="T9" fmla="*/ 169 h 188"/>
              <a:gd name="T10" fmla="*/ 109 w 109"/>
              <a:gd name="T11" fmla="*/ 18 h 188"/>
              <a:gd name="T12" fmla="*/ 91 w 109"/>
              <a:gd name="T13" fmla="*/ 0 h 188"/>
              <a:gd name="T14" fmla="*/ 18 w 109"/>
              <a:gd name="T15" fmla="*/ 0 h 188"/>
              <a:gd name="T16" fmla="*/ 0 w 109"/>
              <a:gd name="T17" fmla="*/ 18 h 188"/>
              <a:gd name="T18" fmla="*/ 0 w 109"/>
              <a:gd name="T19" fmla="*/ 18 h 188"/>
              <a:gd name="T20" fmla="*/ 0 w 109"/>
              <a:gd name="T21" fmla="*/ 16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8">
                <a:moveTo>
                  <a:pt x="0" y="169"/>
                </a:moveTo>
                <a:cubicBezTo>
                  <a:pt x="0" y="180"/>
                  <a:pt x="8" y="188"/>
                  <a:pt x="18" y="188"/>
                </a:cubicBezTo>
                <a:lnTo>
                  <a:pt x="91" y="188"/>
                </a:lnTo>
                <a:cubicBezTo>
                  <a:pt x="101" y="188"/>
                  <a:pt x="109" y="180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213">
            <a:extLst>
              <a:ext uri="{FF2B5EF4-FFF2-40B4-BE49-F238E27FC236}">
                <a16:creationId xmlns:a16="http://schemas.microsoft.com/office/drawing/2014/main" id="{96F4BDB0-3452-496C-AF81-7E3C55C3DFA1}"/>
              </a:ext>
            </a:extLst>
          </p:cNvPr>
          <p:cNvSpPr>
            <a:spLocks/>
          </p:cNvSpPr>
          <p:nvPr/>
        </p:nvSpPr>
        <p:spPr bwMode="auto">
          <a:xfrm>
            <a:off x="7708901" y="3614738"/>
            <a:ext cx="104775" cy="180975"/>
          </a:xfrm>
          <a:custGeom>
            <a:avLst/>
            <a:gdLst>
              <a:gd name="T0" fmla="*/ 0 w 109"/>
              <a:gd name="T1" fmla="*/ 169 h 188"/>
              <a:gd name="T2" fmla="*/ 18 w 109"/>
              <a:gd name="T3" fmla="*/ 188 h 188"/>
              <a:gd name="T4" fmla="*/ 91 w 109"/>
              <a:gd name="T5" fmla="*/ 188 h 188"/>
              <a:gd name="T6" fmla="*/ 109 w 109"/>
              <a:gd name="T7" fmla="*/ 169 h 188"/>
              <a:gd name="T8" fmla="*/ 109 w 109"/>
              <a:gd name="T9" fmla="*/ 169 h 188"/>
              <a:gd name="T10" fmla="*/ 109 w 109"/>
              <a:gd name="T11" fmla="*/ 18 h 188"/>
              <a:gd name="T12" fmla="*/ 91 w 109"/>
              <a:gd name="T13" fmla="*/ 0 h 188"/>
              <a:gd name="T14" fmla="*/ 91 w 109"/>
              <a:gd name="T15" fmla="*/ 0 h 188"/>
              <a:gd name="T16" fmla="*/ 18 w 109"/>
              <a:gd name="T17" fmla="*/ 0 h 188"/>
              <a:gd name="T18" fmla="*/ 0 w 109"/>
              <a:gd name="T19" fmla="*/ 18 h 188"/>
              <a:gd name="T20" fmla="*/ 0 w 109"/>
              <a:gd name="T21" fmla="*/ 16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8">
                <a:moveTo>
                  <a:pt x="0" y="169"/>
                </a:moveTo>
                <a:cubicBezTo>
                  <a:pt x="0" y="180"/>
                  <a:pt x="8" y="188"/>
                  <a:pt x="18" y="188"/>
                </a:cubicBezTo>
                <a:lnTo>
                  <a:pt x="91" y="188"/>
                </a:lnTo>
                <a:cubicBezTo>
                  <a:pt x="101" y="188"/>
                  <a:pt x="109" y="180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91" y="0"/>
                </a:ln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69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214">
            <a:extLst>
              <a:ext uri="{FF2B5EF4-FFF2-40B4-BE49-F238E27FC236}">
                <a16:creationId xmlns:a16="http://schemas.microsoft.com/office/drawing/2014/main" id="{B6B96EED-0DA5-2485-837D-17AABFCD64AC}"/>
              </a:ext>
            </a:extLst>
          </p:cNvPr>
          <p:cNvSpPr>
            <a:spLocks/>
          </p:cNvSpPr>
          <p:nvPr/>
        </p:nvSpPr>
        <p:spPr bwMode="auto">
          <a:xfrm>
            <a:off x="7835901" y="3614738"/>
            <a:ext cx="104775" cy="180975"/>
          </a:xfrm>
          <a:custGeom>
            <a:avLst/>
            <a:gdLst>
              <a:gd name="T0" fmla="*/ 0 w 109"/>
              <a:gd name="T1" fmla="*/ 169 h 188"/>
              <a:gd name="T2" fmla="*/ 18 w 109"/>
              <a:gd name="T3" fmla="*/ 188 h 188"/>
              <a:gd name="T4" fmla="*/ 91 w 109"/>
              <a:gd name="T5" fmla="*/ 188 h 188"/>
              <a:gd name="T6" fmla="*/ 109 w 109"/>
              <a:gd name="T7" fmla="*/ 169 h 188"/>
              <a:gd name="T8" fmla="*/ 109 w 109"/>
              <a:gd name="T9" fmla="*/ 169 h 188"/>
              <a:gd name="T10" fmla="*/ 109 w 109"/>
              <a:gd name="T11" fmla="*/ 18 h 188"/>
              <a:gd name="T12" fmla="*/ 91 w 109"/>
              <a:gd name="T13" fmla="*/ 0 h 188"/>
              <a:gd name="T14" fmla="*/ 18 w 109"/>
              <a:gd name="T15" fmla="*/ 0 h 188"/>
              <a:gd name="T16" fmla="*/ 0 w 109"/>
              <a:gd name="T17" fmla="*/ 18 h 188"/>
              <a:gd name="T18" fmla="*/ 0 w 109"/>
              <a:gd name="T19" fmla="*/ 18 h 188"/>
              <a:gd name="T20" fmla="*/ 0 w 109"/>
              <a:gd name="T21" fmla="*/ 16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8">
                <a:moveTo>
                  <a:pt x="0" y="169"/>
                </a:moveTo>
                <a:cubicBezTo>
                  <a:pt x="0" y="180"/>
                  <a:pt x="8" y="188"/>
                  <a:pt x="18" y="188"/>
                </a:cubicBezTo>
                <a:lnTo>
                  <a:pt x="91" y="188"/>
                </a:lnTo>
                <a:cubicBezTo>
                  <a:pt x="101" y="188"/>
                  <a:pt x="109" y="180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215">
            <a:extLst>
              <a:ext uri="{FF2B5EF4-FFF2-40B4-BE49-F238E27FC236}">
                <a16:creationId xmlns:a16="http://schemas.microsoft.com/office/drawing/2014/main" id="{948E357C-3912-695E-B0F3-F1ECA2771721}"/>
              </a:ext>
            </a:extLst>
          </p:cNvPr>
          <p:cNvSpPr>
            <a:spLocks/>
          </p:cNvSpPr>
          <p:nvPr/>
        </p:nvSpPr>
        <p:spPr bwMode="auto">
          <a:xfrm>
            <a:off x="7964488" y="3614738"/>
            <a:ext cx="104775" cy="180975"/>
          </a:xfrm>
          <a:custGeom>
            <a:avLst/>
            <a:gdLst>
              <a:gd name="T0" fmla="*/ 0 w 109"/>
              <a:gd name="T1" fmla="*/ 169 h 188"/>
              <a:gd name="T2" fmla="*/ 18 w 109"/>
              <a:gd name="T3" fmla="*/ 188 h 188"/>
              <a:gd name="T4" fmla="*/ 91 w 109"/>
              <a:gd name="T5" fmla="*/ 188 h 188"/>
              <a:gd name="T6" fmla="*/ 109 w 109"/>
              <a:gd name="T7" fmla="*/ 169 h 188"/>
              <a:gd name="T8" fmla="*/ 109 w 109"/>
              <a:gd name="T9" fmla="*/ 169 h 188"/>
              <a:gd name="T10" fmla="*/ 109 w 109"/>
              <a:gd name="T11" fmla="*/ 18 h 188"/>
              <a:gd name="T12" fmla="*/ 91 w 109"/>
              <a:gd name="T13" fmla="*/ 0 h 188"/>
              <a:gd name="T14" fmla="*/ 18 w 109"/>
              <a:gd name="T15" fmla="*/ 0 h 188"/>
              <a:gd name="T16" fmla="*/ 0 w 109"/>
              <a:gd name="T17" fmla="*/ 18 h 188"/>
              <a:gd name="T18" fmla="*/ 0 w 109"/>
              <a:gd name="T19" fmla="*/ 18 h 188"/>
              <a:gd name="T20" fmla="*/ 0 w 109"/>
              <a:gd name="T21" fmla="*/ 16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8">
                <a:moveTo>
                  <a:pt x="0" y="169"/>
                </a:moveTo>
                <a:cubicBezTo>
                  <a:pt x="0" y="180"/>
                  <a:pt x="8" y="188"/>
                  <a:pt x="18" y="188"/>
                </a:cubicBezTo>
                <a:lnTo>
                  <a:pt x="91" y="188"/>
                </a:lnTo>
                <a:cubicBezTo>
                  <a:pt x="101" y="188"/>
                  <a:pt x="109" y="180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216">
            <a:extLst>
              <a:ext uri="{FF2B5EF4-FFF2-40B4-BE49-F238E27FC236}">
                <a16:creationId xmlns:a16="http://schemas.microsoft.com/office/drawing/2014/main" id="{AFCA9B43-38A5-89C6-DAAD-E88FEA221C5A}"/>
              </a:ext>
            </a:extLst>
          </p:cNvPr>
          <p:cNvSpPr>
            <a:spLocks/>
          </p:cNvSpPr>
          <p:nvPr/>
        </p:nvSpPr>
        <p:spPr bwMode="auto">
          <a:xfrm>
            <a:off x="7562851" y="3890963"/>
            <a:ext cx="522288" cy="220663"/>
          </a:xfrm>
          <a:custGeom>
            <a:avLst/>
            <a:gdLst>
              <a:gd name="T0" fmla="*/ 0 w 544"/>
              <a:gd name="T1" fmla="*/ 194 h 230"/>
              <a:gd name="T2" fmla="*/ 36 w 544"/>
              <a:gd name="T3" fmla="*/ 230 h 230"/>
              <a:gd name="T4" fmla="*/ 508 w 544"/>
              <a:gd name="T5" fmla="*/ 230 h 230"/>
              <a:gd name="T6" fmla="*/ 544 w 544"/>
              <a:gd name="T7" fmla="*/ 194 h 230"/>
              <a:gd name="T8" fmla="*/ 544 w 544"/>
              <a:gd name="T9" fmla="*/ 37 h 230"/>
              <a:gd name="T10" fmla="*/ 508 w 544"/>
              <a:gd name="T11" fmla="*/ 0 h 230"/>
              <a:gd name="T12" fmla="*/ 36 w 544"/>
              <a:gd name="T13" fmla="*/ 0 h 230"/>
              <a:gd name="T14" fmla="*/ 0 w 544"/>
              <a:gd name="T15" fmla="*/ 37 h 230"/>
              <a:gd name="T16" fmla="*/ 0 w 544"/>
              <a:gd name="T17" fmla="*/ 37 h 230"/>
              <a:gd name="T18" fmla="*/ 0 w 544"/>
              <a:gd name="T19" fmla="*/ 194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44" h="230">
                <a:moveTo>
                  <a:pt x="0" y="194"/>
                </a:moveTo>
                <a:cubicBezTo>
                  <a:pt x="0" y="214"/>
                  <a:pt x="16" y="230"/>
                  <a:pt x="36" y="230"/>
                </a:cubicBezTo>
                <a:lnTo>
                  <a:pt x="508" y="230"/>
                </a:lnTo>
                <a:cubicBezTo>
                  <a:pt x="528" y="230"/>
                  <a:pt x="544" y="214"/>
                  <a:pt x="544" y="194"/>
                </a:cubicBezTo>
                <a:lnTo>
                  <a:pt x="544" y="37"/>
                </a:lnTo>
                <a:cubicBezTo>
                  <a:pt x="544" y="17"/>
                  <a:pt x="528" y="0"/>
                  <a:pt x="508" y="0"/>
                </a:cubicBezTo>
                <a:lnTo>
                  <a:pt x="36" y="0"/>
                </a:lnTo>
                <a:cubicBezTo>
                  <a:pt x="16" y="0"/>
                  <a:pt x="0" y="17"/>
                  <a:pt x="0" y="37"/>
                </a:cubicBezTo>
                <a:lnTo>
                  <a:pt x="0" y="37"/>
                </a:lnTo>
                <a:lnTo>
                  <a:pt x="0" y="194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217">
            <a:extLst>
              <a:ext uri="{FF2B5EF4-FFF2-40B4-BE49-F238E27FC236}">
                <a16:creationId xmlns:a16="http://schemas.microsoft.com/office/drawing/2014/main" id="{A8DBE0C1-CC77-F47C-198D-18B0237DA189}"/>
              </a:ext>
            </a:extLst>
          </p:cNvPr>
          <p:cNvSpPr>
            <a:spLocks/>
          </p:cNvSpPr>
          <p:nvPr/>
        </p:nvSpPr>
        <p:spPr bwMode="auto">
          <a:xfrm>
            <a:off x="7580313" y="3911600"/>
            <a:ext cx="104775" cy="179388"/>
          </a:xfrm>
          <a:custGeom>
            <a:avLst/>
            <a:gdLst>
              <a:gd name="T0" fmla="*/ 0 w 109"/>
              <a:gd name="T1" fmla="*/ 169 h 187"/>
              <a:gd name="T2" fmla="*/ 18 w 109"/>
              <a:gd name="T3" fmla="*/ 187 h 187"/>
              <a:gd name="T4" fmla="*/ 91 w 109"/>
              <a:gd name="T5" fmla="*/ 187 h 187"/>
              <a:gd name="T6" fmla="*/ 109 w 109"/>
              <a:gd name="T7" fmla="*/ 169 h 187"/>
              <a:gd name="T8" fmla="*/ 109 w 109"/>
              <a:gd name="T9" fmla="*/ 169 h 187"/>
              <a:gd name="T10" fmla="*/ 109 w 109"/>
              <a:gd name="T11" fmla="*/ 18 h 187"/>
              <a:gd name="T12" fmla="*/ 91 w 109"/>
              <a:gd name="T13" fmla="*/ 0 h 187"/>
              <a:gd name="T14" fmla="*/ 18 w 109"/>
              <a:gd name="T15" fmla="*/ 0 h 187"/>
              <a:gd name="T16" fmla="*/ 0 w 109"/>
              <a:gd name="T17" fmla="*/ 18 h 187"/>
              <a:gd name="T18" fmla="*/ 0 w 109"/>
              <a:gd name="T19" fmla="*/ 18 h 187"/>
              <a:gd name="T20" fmla="*/ 0 w 109"/>
              <a:gd name="T21" fmla="*/ 16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7">
                <a:moveTo>
                  <a:pt x="0" y="169"/>
                </a:moveTo>
                <a:cubicBezTo>
                  <a:pt x="0" y="179"/>
                  <a:pt x="8" y="187"/>
                  <a:pt x="18" y="187"/>
                </a:cubicBezTo>
                <a:lnTo>
                  <a:pt x="91" y="187"/>
                </a:lnTo>
                <a:cubicBezTo>
                  <a:pt x="101" y="187"/>
                  <a:pt x="109" y="179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218">
            <a:extLst>
              <a:ext uri="{FF2B5EF4-FFF2-40B4-BE49-F238E27FC236}">
                <a16:creationId xmlns:a16="http://schemas.microsoft.com/office/drawing/2014/main" id="{BC7CD91B-634A-AA62-7C10-1D4137A1B8BB}"/>
              </a:ext>
            </a:extLst>
          </p:cNvPr>
          <p:cNvSpPr>
            <a:spLocks/>
          </p:cNvSpPr>
          <p:nvPr/>
        </p:nvSpPr>
        <p:spPr bwMode="auto">
          <a:xfrm>
            <a:off x="7708901" y="3911600"/>
            <a:ext cx="104775" cy="179388"/>
          </a:xfrm>
          <a:custGeom>
            <a:avLst/>
            <a:gdLst>
              <a:gd name="T0" fmla="*/ 0 w 109"/>
              <a:gd name="T1" fmla="*/ 169 h 187"/>
              <a:gd name="T2" fmla="*/ 18 w 109"/>
              <a:gd name="T3" fmla="*/ 187 h 187"/>
              <a:gd name="T4" fmla="*/ 91 w 109"/>
              <a:gd name="T5" fmla="*/ 187 h 187"/>
              <a:gd name="T6" fmla="*/ 109 w 109"/>
              <a:gd name="T7" fmla="*/ 169 h 187"/>
              <a:gd name="T8" fmla="*/ 109 w 109"/>
              <a:gd name="T9" fmla="*/ 169 h 187"/>
              <a:gd name="T10" fmla="*/ 109 w 109"/>
              <a:gd name="T11" fmla="*/ 18 h 187"/>
              <a:gd name="T12" fmla="*/ 91 w 109"/>
              <a:gd name="T13" fmla="*/ 0 h 187"/>
              <a:gd name="T14" fmla="*/ 91 w 109"/>
              <a:gd name="T15" fmla="*/ 0 h 187"/>
              <a:gd name="T16" fmla="*/ 18 w 109"/>
              <a:gd name="T17" fmla="*/ 0 h 187"/>
              <a:gd name="T18" fmla="*/ 0 w 109"/>
              <a:gd name="T19" fmla="*/ 18 h 187"/>
              <a:gd name="T20" fmla="*/ 0 w 109"/>
              <a:gd name="T21" fmla="*/ 18 h 187"/>
              <a:gd name="T22" fmla="*/ 0 w 109"/>
              <a:gd name="T23" fmla="*/ 16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9" h="187">
                <a:moveTo>
                  <a:pt x="0" y="169"/>
                </a:moveTo>
                <a:cubicBezTo>
                  <a:pt x="0" y="179"/>
                  <a:pt x="8" y="187"/>
                  <a:pt x="18" y="187"/>
                </a:cubicBezTo>
                <a:lnTo>
                  <a:pt x="91" y="187"/>
                </a:lnTo>
                <a:cubicBezTo>
                  <a:pt x="101" y="187"/>
                  <a:pt x="109" y="179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91" y="0"/>
                </a:ln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219">
            <a:extLst>
              <a:ext uri="{FF2B5EF4-FFF2-40B4-BE49-F238E27FC236}">
                <a16:creationId xmlns:a16="http://schemas.microsoft.com/office/drawing/2014/main" id="{57C07BA7-3EBD-10B4-412A-29121D44560C}"/>
              </a:ext>
            </a:extLst>
          </p:cNvPr>
          <p:cNvSpPr>
            <a:spLocks/>
          </p:cNvSpPr>
          <p:nvPr/>
        </p:nvSpPr>
        <p:spPr bwMode="auto">
          <a:xfrm>
            <a:off x="7835901" y="3911600"/>
            <a:ext cx="104775" cy="179388"/>
          </a:xfrm>
          <a:custGeom>
            <a:avLst/>
            <a:gdLst>
              <a:gd name="T0" fmla="*/ 0 w 109"/>
              <a:gd name="T1" fmla="*/ 169 h 187"/>
              <a:gd name="T2" fmla="*/ 18 w 109"/>
              <a:gd name="T3" fmla="*/ 187 h 187"/>
              <a:gd name="T4" fmla="*/ 91 w 109"/>
              <a:gd name="T5" fmla="*/ 187 h 187"/>
              <a:gd name="T6" fmla="*/ 109 w 109"/>
              <a:gd name="T7" fmla="*/ 169 h 187"/>
              <a:gd name="T8" fmla="*/ 109 w 109"/>
              <a:gd name="T9" fmla="*/ 169 h 187"/>
              <a:gd name="T10" fmla="*/ 109 w 109"/>
              <a:gd name="T11" fmla="*/ 18 h 187"/>
              <a:gd name="T12" fmla="*/ 91 w 109"/>
              <a:gd name="T13" fmla="*/ 0 h 187"/>
              <a:gd name="T14" fmla="*/ 18 w 109"/>
              <a:gd name="T15" fmla="*/ 0 h 187"/>
              <a:gd name="T16" fmla="*/ 0 w 109"/>
              <a:gd name="T17" fmla="*/ 18 h 187"/>
              <a:gd name="T18" fmla="*/ 0 w 109"/>
              <a:gd name="T19" fmla="*/ 18 h 187"/>
              <a:gd name="T20" fmla="*/ 0 w 109"/>
              <a:gd name="T21" fmla="*/ 16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7">
                <a:moveTo>
                  <a:pt x="0" y="169"/>
                </a:moveTo>
                <a:cubicBezTo>
                  <a:pt x="0" y="179"/>
                  <a:pt x="8" y="187"/>
                  <a:pt x="18" y="187"/>
                </a:cubicBezTo>
                <a:lnTo>
                  <a:pt x="91" y="187"/>
                </a:lnTo>
                <a:cubicBezTo>
                  <a:pt x="101" y="187"/>
                  <a:pt x="109" y="179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Freeform 220">
            <a:extLst>
              <a:ext uri="{FF2B5EF4-FFF2-40B4-BE49-F238E27FC236}">
                <a16:creationId xmlns:a16="http://schemas.microsoft.com/office/drawing/2014/main" id="{7C1222C4-8961-6119-70E9-21A2A6771E51}"/>
              </a:ext>
            </a:extLst>
          </p:cNvPr>
          <p:cNvSpPr>
            <a:spLocks/>
          </p:cNvSpPr>
          <p:nvPr/>
        </p:nvSpPr>
        <p:spPr bwMode="auto">
          <a:xfrm>
            <a:off x="7964488" y="3911600"/>
            <a:ext cx="104775" cy="179388"/>
          </a:xfrm>
          <a:custGeom>
            <a:avLst/>
            <a:gdLst>
              <a:gd name="T0" fmla="*/ 0 w 109"/>
              <a:gd name="T1" fmla="*/ 169 h 187"/>
              <a:gd name="T2" fmla="*/ 18 w 109"/>
              <a:gd name="T3" fmla="*/ 187 h 187"/>
              <a:gd name="T4" fmla="*/ 91 w 109"/>
              <a:gd name="T5" fmla="*/ 187 h 187"/>
              <a:gd name="T6" fmla="*/ 109 w 109"/>
              <a:gd name="T7" fmla="*/ 169 h 187"/>
              <a:gd name="T8" fmla="*/ 109 w 109"/>
              <a:gd name="T9" fmla="*/ 169 h 187"/>
              <a:gd name="T10" fmla="*/ 109 w 109"/>
              <a:gd name="T11" fmla="*/ 18 h 187"/>
              <a:gd name="T12" fmla="*/ 91 w 109"/>
              <a:gd name="T13" fmla="*/ 0 h 187"/>
              <a:gd name="T14" fmla="*/ 18 w 109"/>
              <a:gd name="T15" fmla="*/ 0 h 187"/>
              <a:gd name="T16" fmla="*/ 0 w 109"/>
              <a:gd name="T17" fmla="*/ 18 h 187"/>
              <a:gd name="T18" fmla="*/ 0 w 109"/>
              <a:gd name="T19" fmla="*/ 18 h 187"/>
              <a:gd name="T20" fmla="*/ 0 w 109"/>
              <a:gd name="T21" fmla="*/ 169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" h="187">
                <a:moveTo>
                  <a:pt x="0" y="169"/>
                </a:moveTo>
                <a:cubicBezTo>
                  <a:pt x="0" y="179"/>
                  <a:pt x="8" y="187"/>
                  <a:pt x="18" y="187"/>
                </a:cubicBezTo>
                <a:lnTo>
                  <a:pt x="91" y="187"/>
                </a:lnTo>
                <a:cubicBezTo>
                  <a:pt x="101" y="187"/>
                  <a:pt x="109" y="179"/>
                  <a:pt x="109" y="169"/>
                </a:cubicBezTo>
                <a:lnTo>
                  <a:pt x="109" y="169"/>
                </a:lnTo>
                <a:lnTo>
                  <a:pt x="109" y="18"/>
                </a:lnTo>
                <a:cubicBezTo>
                  <a:pt x="109" y="8"/>
                  <a:pt x="101" y="0"/>
                  <a:pt x="91" y="0"/>
                </a:cubicBezTo>
                <a:lnTo>
                  <a:pt x="18" y="0"/>
                </a:lnTo>
                <a:cubicBezTo>
                  <a:pt x="8" y="0"/>
                  <a:pt x="0" y="8"/>
                  <a:pt x="0" y="18"/>
                </a:cubicBezTo>
                <a:lnTo>
                  <a:pt x="0" y="18"/>
                </a:lnTo>
                <a:lnTo>
                  <a:pt x="0" y="169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Rectangle 221">
            <a:extLst>
              <a:ext uri="{FF2B5EF4-FFF2-40B4-BE49-F238E27FC236}">
                <a16:creationId xmlns:a16="http://schemas.microsoft.com/office/drawing/2014/main" id="{34B45DD8-3FDC-4A6C-3095-1B482CE24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8801" y="3262313"/>
            <a:ext cx="179388" cy="873125"/>
          </a:xfrm>
          <a:prstGeom prst="rect">
            <a:avLst/>
          </a:prstGeom>
          <a:solidFill>
            <a:srgbClr val="44B43C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222">
            <a:extLst>
              <a:ext uri="{FF2B5EF4-FFF2-40B4-BE49-F238E27FC236}">
                <a16:creationId xmlns:a16="http://schemas.microsoft.com/office/drawing/2014/main" id="{280F7176-5D90-5D72-78F1-CA695CC12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67701" y="2827338"/>
            <a:ext cx="0" cy="43497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223">
            <a:extLst>
              <a:ext uri="{FF2B5EF4-FFF2-40B4-BE49-F238E27FC236}">
                <a16:creationId xmlns:a16="http://schemas.microsoft.com/office/drawing/2014/main" id="{72645FF8-73E1-19E9-97BC-5B8928264E66}"/>
              </a:ext>
            </a:extLst>
          </p:cNvPr>
          <p:cNvSpPr>
            <a:spLocks/>
          </p:cNvSpPr>
          <p:nvPr/>
        </p:nvSpPr>
        <p:spPr bwMode="auto">
          <a:xfrm>
            <a:off x="6767513" y="2786063"/>
            <a:ext cx="46038" cy="47625"/>
          </a:xfrm>
          <a:custGeom>
            <a:avLst/>
            <a:gdLst>
              <a:gd name="T0" fmla="*/ 0 w 29"/>
              <a:gd name="T1" fmla="*/ 15 h 30"/>
              <a:gd name="T2" fmla="*/ 14 w 29"/>
              <a:gd name="T3" fmla="*/ 0 h 30"/>
              <a:gd name="T4" fmla="*/ 29 w 29"/>
              <a:gd name="T5" fmla="*/ 15 h 30"/>
              <a:gd name="T6" fmla="*/ 29 w 29"/>
              <a:gd name="T7" fmla="*/ 15 h 30"/>
              <a:gd name="T8" fmla="*/ 14 w 29"/>
              <a:gd name="T9" fmla="*/ 30 h 30"/>
              <a:gd name="T10" fmla="*/ 0 w 29"/>
              <a:gd name="T11" fmla="*/ 15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30">
                <a:moveTo>
                  <a:pt x="0" y="15"/>
                </a:moveTo>
                <a:cubicBezTo>
                  <a:pt x="0" y="7"/>
                  <a:pt x="6" y="0"/>
                  <a:pt x="14" y="0"/>
                </a:cubicBezTo>
                <a:cubicBezTo>
                  <a:pt x="23" y="0"/>
                  <a:pt x="29" y="7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23"/>
                  <a:pt x="23" y="30"/>
                  <a:pt x="14" y="30"/>
                </a:cubicBezTo>
                <a:cubicBezTo>
                  <a:pt x="6" y="30"/>
                  <a:pt x="0" y="23"/>
                  <a:pt x="0" y="15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224">
            <a:extLst>
              <a:ext uri="{FF2B5EF4-FFF2-40B4-BE49-F238E27FC236}">
                <a16:creationId xmlns:a16="http://schemas.microsoft.com/office/drawing/2014/main" id="{2DCD9127-C5FD-6115-2E7B-413C6FAEB543}"/>
              </a:ext>
            </a:extLst>
          </p:cNvPr>
          <p:cNvSpPr>
            <a:spLocks/>
          </p:cNvSpPr>
          <p:nvPr/>
        </p:nvSpPr>
        <p:spPr bwMode="auto">
          <a:xfrm>
            <a:off x="6680201" y="2565400"/>
            <a:ext cx="220663" cy="523875"/>
          </a:xfrm>
          <a:custGeom>
            <a:avLst/>
            <a:gdLst>
              <a:gd name="T0" fmla="*/ 199 w 229"/>
              <a:gd name="T1" fmla="*/ 544 h 544"/>
              <a:gd name="T2" fmla="*/ 229 w 229"/>
              <a:gd name="T3" fmla="*/ 514 h 544"/>
              <a:gd name="T4" fmla="*/ 229 w 229"/>
              <a:gd name="T5" fmla="*/ 30 h 544"/>
              <a:gd name="T6" fmla="*/ 199 w 229"/>
              <a:gd name="T7" fmla="*/ 0 h 544"/>
              <a:gd name="T8" fmla="*/ 199 w 229"/>
              <a:gd name="T9" fmla="*/ 0 h 544"/>
              <a:gd name="T10" fmla="*/ 30 w 229"/>
              <a:gd name="T11" fmla="*/ 0 h 544"/>
              <a:gd name="T12" fmla="*/ 0 w 229"/>
              <a:gd name="T13" fmla="*/ 30 h 544"/>
              <a:gd name="T14" fmla="*/ 0 w 229"/>
              <a:gd name="T15" fmla="*/ 514 h 544"/>
              <a:gd name="T16" fmla="*/ 30 w 229"/>
              <a:gd name="T17" fmla="*/ 544 h 544"/>
              <a:gd name="T18" fmla="*/ 30 w 229"/>
              <a:gd name="T19" fmla="*/ 544 h 544"/>
              <a:gd name="T20" fmla="*/ 199 w 229"/>
              <a:gd name="T21" fmla="*/ 544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29" h="544">
                <a:moveTo>
                  <a:pt x="199" y="544"/>
                </a:moveTo>
                <a:cubicBezTo>
                  <a:pt x="216" y="544"/>
                  <a:pt x="229" y="530"/>
                  <a:pt x="229" y="514"/>
                </a:cubicBezTo>
                <a:lnTo>
                  <a:pt x="229" y="30"/>
                </a:lnTo>
                <a:cubicBezTo>
                  <a:pt x="229" y="13"/>
                  <a:pt x="216" y="0"/>
                  <a:pt x="199" y="0"/>
                </a:cubicBezTo>
                <a:lnTo>
                  <a:pt x="199" y="0"/>
                </a:lnTo>
                <a:lnTo>
                  <a:pt x="30" y="0"/>
                </a:lnTo>
                <a:cubicBezTo>
                  <a:pt x="13" y="0"/>
                  <a:pt x="0" y="13"/>
                  <a:pt x="0" y="30"/>
                </a:cubicBezTo>
                <a:lnTo>
                  <a:pt x="0" y="514"/>
                </a:lnTo>
                <a:cubicBezTo>
                  <a:pt x="0" y="530"/>
                  <a:pt x="13" y="544"/>
                  <a:pt x="30" y="544"/>
                </a:cubicBezTo>
                <a:lnTo>
                  <a:pt x="30" y="544"/>
                </a:lnTo>
                <a:lnTo>
                  <a:pt x="199" y="544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225">
            <a:extLst>
              <a:ext uri="{FF2B5EF4-FFF2-40B4-BE49-F238E27FC236}">
                <a16:creationId xmlns:a16="http://schemas.microsoft.com/office/drawing/2014/main" id="{D6BA4119-506F-0B3B-EF99-BC290D603BBD}"/>
              </a:ext>
            </a:extLst>
          </p:cNvPr>
          <p:cNvSpPr>
            <a:spLocks/>
          </p:cNvSpPr>
          <p:nvPr/>
        </p:nvSpPr>
        <p:spPr bwMode="auto">
          <a:xfrm>
            <a:off x="6704013" y="2582863"/>
            <a:ext cx="173038" cy="39688"/>
          </a:xfrm>
          <a:custGeom>
            <a:avLst/>
            <a:gdLst>
              <a:gd name="T0" fmla="*/ 169 w 181"/>
              <a:gd name="T1" fmla="*/ 42 h 42"/>
              <a:gd name="T2" fmla="*/ 181 w 181"/>
              <a:gd name="T3" fmla="*/ 30 h 42"/>
              <a:gd name="T4" fmla="*/ 181 w 181"/>
              <a:gd name="T5" fmla="*/ 30 h 42"/>
              <a:gd name="T6" fmla="*/ 181 w 181"/>
              <a:gd name="T7" fmla="*/ 12 h 42"/>
              <a:gd name="T8" fmla="*/ 169 w 181"/>
              <a:gd name="T9" fmla="*/ 0 h 42"/>
              <a:gd name="T10" fmla="*/ 169 w 181"/>
              <a:gd name="T11" fmla="*/ 0 h 42"/>
              <a:gd name="T12" fmla="*/ 12 w 181"/>
              <a:gd name="T13" fmla="*/ 0 h 42"/>
              <a:gd name="T14" fmla="*/ 0 w 181"/>
              <a:gd name="T15" fmla="*/ 12 h 42"/>
              <a:gd name="T16" fmla="*/ 0 w 181"/>
              <a:gd name="T17" fmla="*/ 12 h 42"/>
              <a:gd name="T18" fmla="*/ 0 w 181"/>
              <a:gd name="T19" fmla="*/ 30 h 42"/>
              <a:gd name="T20" fmla="*/ 12 w 181"/>
              <a:gd name="T21" fmla="*/ 42 h 42"/>
              <a:gd name="T22" fmla="*/ 12 w 181"/>
              <a:gd name="T23" fmla="*/ 42 h 42"/>
              <a:gd name="T24" fmla="*/ 169 w 181"/>
              <a:gd name="T25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81" h="42">
                <a:moveTo>
                  <a:pt x="169" y="42"/>
                </a:moveTo>
                <a:cubicBezTo>
                  <a:pt x="176" y="42"/>
                  <a:pt x="181" y="37"/>
                  <a:pt x="181" y="30"/>
                </a:cubicBezTo>
                <a:lnTo>
                  <a:pt x="181" y="30"/>
                </a:lnTo>
                <a:lnTo>
                  <a:pt x="181" y="12"/>
                </a:lnTo>
                <a:cubicBezTo>
                  <a:pt x="181" y="5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30"/>
                </a:lnTo>
                <a:cubicBezTo>
                  <a:pt x="0" y="37"/>
                  <a:pt x="5" y="42"/>
                  <a:pt x="12" y="42"/>
                </a:cubicBezTo>
                <a:lnTo>
                  <a:pt x="12" y="42"/>
                </a:lnTo>
                <a:lnTo>
                  <a:pt x="169" y="42"/>
                </a:ln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4" name="Freeform 226">
            <a:extLst>
              <a:ext uri="{FF2B5EF4-FFF2-40B4-BE49-F238E27FC236}">
                <a16:creationId xmlns:a16="http://schemas.microsoft.com/office/drawing/2014/main" id="{9783AB38-917E-535C-8375-254B7AD9BA5B}"/>
              </a:ext>
            </a:extLst>
          </p:cNvPr>
          <p:cNvSpPr>
            <a:spLocks/>
          </p:cNvSpPr>
          <p:nvPr/>
        </p:nvSpPr>
        <p:spPr bwMode="auto">
          <a:xfrm>
            <a:off x="6704013" y="2654300"/>
            <a:ext cx="173038" cy="42863"/>
          </a:xfrm>
          <a:custGeom>
            <a:avLst/>
            <a:gdLst>
              <a:gd name="T0" fmla="*/ 169 w 181"/>
              <a:gd name="T1" fmla="*/ 43 h 43"/>
              <a:gd name="T2" fmla="*/ 181 w 181"/>
              <a:gd name="T3" fmla="*/ 31 h 43"/>
              <a:gd name="T4" fmla="*/ 181 w 181"/>
              <a:gd name="T5" fmla="*/ 12 h 43"/>
              <a:gd name="T6" fmla="*/ 169 w 181"/>
              <a:gd name="T7" fmla="*/ 0 h 43"/>
              <a:gd name="T8" fmla="*/ 169 w 181"/>
              <a:gd name="T9" fmla="*/ 0 h 43"/>
              <a:gd name="T10" fmla="*/ 12 w 181"/>
              <a:gd name="T11" fmla="*/ 0 h 43"/>
              <a:gd name="T12" fmla="*/ 0 w 181"/>
              <a:gd name="T13" fmla="*/ 12 h 43"/>
              <a:gd name="T14" fmla="*/ 0 w 181"/>
              <a:gd name="T15" fmla="*/ 12 h 43"/>
              <a:gd name="T16" fmla="*/ 0 w 181"/>
              <a:gd name="T17" fmla="*/ 31 h 43"/>
              <a:gd name="T18" fmla="*/ 12 w 181"/>
              <a:gd name="T19" fmla="*/ 43 h 43"/>
              <a:gd name="T20" fmla="*/ 169 w 181"/>
              <a:gd name="T21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" h="43">
                <a:moveTo>
                  <a:pt x="169" y="43"/>
                </a:moveTo>
                <a:cubicBezTo>
                  <a:pt x="176" y="43"/>
                  <a:pt x="181" y="37"/>
                  <a:pt x="181" y="31"/>
                </a:cubicBezTo>
                <a:lnTo>
                  <a:pt x="181" y="12"/>
                </a:lnTo>
                <a:cubicBezTo>
                  <a:pt x="181" y="6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6"/>
                  <a:pt x="0" y="12"/>
                </a:cubicBezTo>
                <a:lnTo>
                  <a:pt x="0" y="12"/>
                </a:lnTo>
                <a:lnTo>
                  <a:pt x="0" y="31"/>
                </a:lnTo>
                <a:cubicBezTo>
                  <a:pt x="0" y="37"/>
                  <a:pt x="5" y="43"/>
                  <a:pt x="12" y="43"/>
                </a:cubicBezTo>
                <a:lnTo>
                  <a:pt x="169" y="43"/>
                </a:ln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5" name="Freeform 227">
            <a:extLst>
              <a:ext uri="{FF2B5EF4-FFF2-40B4-BE49-F238E27FC236}">
                <a16:creationId xmlns:a16="http://schemas.microsoft.com/office/drawing/2014/main" id="{B7D4200E-8504-5EBF-977C-499E8444D358}"/>
              </a:ext>
            </a:extLst>
          </p:cNvPr>
          <p:cNvSpPr>
            <a:spLocks/>
          </p:cNvSpPr>
          <p:nvPr/>
        </p:nvSpPr>
        <p:spPr bwMode="auto">
          <a:xfrm>
            <a:off x="6704013" y="2728913"/>
            <a:ext cx="173038" cy="39688"/>
          </a:xfrm>
          <a:custGeom>
            <a:avLst/>
            <a:gdLst>
              <a:gd name="T0" fmla="*/ 169 w 181"/>
              <a:gd name="T1" fmla="*/ 42 h 42"/>
              <a:gd name="T2" fmla="*/ 181 w 181"/>
              <a:gd name="T3" fmla="*/ 30 h 42"/>
              <a:gd name="T4" fmla="*/ 181 w 181"/>
              <a:gd name="T5" fmla="*/ 12 h 42"/>
              <a:gd name="T6" fmla="*/ 169 w 181"/>
              <a:gd name="T7" fmla="*/ 0 h 42"/>
              <a:gd name="T8" fmla="*/ 169 w 181"/>
              <a:gd name="T9" fmla="*/ 0 h 42"/>
              <a:gd name="T10" fmla="*/ 12 w 181"/>
              <a:gd name="T11" fmla="*/ 0 h 42"/>
              <a:gd name="T12" fmla="*/ 0 w 181"/>
              <a:gd name="T13" fmla="*/ 12 h 42"/>
              <a:gd name="T14" fmla="*/ 0 w 181"/>
              <a:gd name="T15" fmla="*/ 12 h 42"/>
              <a:gd name="T16" fmla="*/ 0 w 181"/>
              <a:gd name="T17" fmla="*/ 30 h 42"/>
              <a:gd name="T18" fmla="*/ 12 w 181"/>
              <a:gd name="T19" fmla="*/ 42 h 42"/>
              <a:gd name="T20" fmla="*/ 169 w 181"/>
              <a:gd name="T21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" h="42">
                <a:moveTo>
                  <a:pt x="169" y="42"/>
                </a:moveTo>
                <a:cubicBezTo>
                  <a:pt x="176" y="42"/>
                  <a:pt x="181" y="37"/>
                  <a:pt x="181" y="30"/>
                </a:cubicBezTo>
                <a:lnTo>
                  <a:pt x="181" y="12"/>
                </a:lnTo>
                <a:cubicBezTo>
                  <a:pt x="181" y="5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30"/>
                </a:lnTo>
                <a:cubicBezTo>
                  <a:pt x="0" y="37"/>
                  <a:pt x="5" y="42"/>
                  <a:pt x="12" y="42"/>
                </a:cubicBezTo>
                <a:lnTo>
                  <a:pt x="169" y="42"/>
                </a:ln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6" name="Freeform 228">
            <a:extLst>
              <a:ext uri="{FF2B5EF4-FFF2-40B4-BE49-F238E27FC236}">
                <a16:creationId xmlns:a16="http://schemas.microsoft.com/office/drawing/2014/main" id="{4931545C-AAF9-0179-92EA-5F27D62A57C6}"/>
              </a:ext>
            </a:extLst>
          </p:cNvPr>
          <p:cNvSpPr>
            <a:spLocks/>
          </p:cNvSpPr>
          <p:nvPr/>
        </p:nvSpPr>
        <p:spPr bwMode="auto">
          <a:xfrm>
            <a:off x="6704013" y="2963863"/>
            <a:ext cx="173038" cy="39688"/>
          </a:xfrm>
          <a:custGeom>
            <a:avLst/>
            <a:gdLst>
              <a:gd name="T0" fmla="*/ 169 w 181"/>
              <a:gd name="T1" fmla="*/ 42 h 42"/>
              <a:gd name="T2" fmla="*/ 181 w 181"/>
              <a:gd name="T3" fmla="*/ 30 h 42"/>
              <a:gd name="T4" fmla="*/ 181 w 181"/>
              <a:gd name="T5" fmla="*/ 12 h 42"/>
              <a:gd name="T6" fmla="*/ 169 w 181"/>
              <a:gd name="T7" fmla="*/ 0 h 42"/>
              <a:gd name="T8" fmla="*/ 169 w 181"/>
              <a:gd name="T9" fmla="*/ 0 h 42"/>
              <a:gd name="T10" fmla="*/ 12 w 181"/>
              <a:gd name="T11" fmla="*/ 0 h 42"/>
              <a:gd name="T12" fmla="*/ 0 w 181"/>
              <a:gd name="T13" fmla="*/ 12 h 42"/>
              <a:gd name="T14" fmla="*/ 0 w 181"/>
              <a:gd name="T15" fmla="*/ 12 h 42"/>
              <a:gd name="T16" fmla="*/ 0 w 181"/>
              <a:gd name="T17" fmla="*/ 30 h 42"/>
              <a:gd name="T18" fmla="*/ 12 w 181"/>
              <a:gd name="T19" fmla="*/ 42 h 42"/>
              <a:gd name="T20" fmla="*/ 169 w 181"/>
              <a:gd name="T21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" h="42">
                <a:moveTo>
                  <a:pt x="169" y="42"/>
                </a:moveTo>
                <a:cubicBezTo>
                  <a:pt x="176" y="42"/>
                  <a:pt x="181" y="37"/>
                  <a:pt x="181" y="30"/>
                </a:cubicBezTo>
                <a:lnTo>
                  <a:pt x="181" y="12"/>
                </a:lnTo>
                <a:cubicBezTo>
                  <a:pt x="181" y="5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30"/>
                </a:lnTo>
                <a:cubicBezTo>
                  <a:pt x="0" y="37"/>
                  <a:pt x="5" y="42"/>
                  <a:pt x="12" y="42"/>
                </a:cubicBezTo>
                <a:lnTo>
                  <a:pt x="169" y="42"/>
                </a:ln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7" name="Freeform 229">
            <a:extLst>
              <a:ext uri="{FF2B5EF4-FFF2-40B4-BE49-F238E27FC236}">
                <a16:creationId xmlns:a16="http://schemas.microsoft.com/office/drawing/2014/main" id="{4426D1CC-A475-2B6E-E624-8D1AF2CC27D3}"/>
              </a:ext>
            </a:extLst>
          </p:cNvPr>
          <p:cNvSpPr>
            <a:spLocks/>
          </p:cNvSpPr>
          <p:nvPr/>
        </p:nvSpPr>
        <p:spPr bwMode="auto">
          <a:xfrm>
            <a:off x="6704013" y="3035300"/>
            <a:ext cx="173038" cy="41275"/>
          </a:xfrm>
          <a:custGeom>
            <a:avLst/>
            <a:gdLst>
              <a:gd name="T0" fmla="*/ 169 w 181"/>
              <a:gd name="T1" fmla="*/ 43 h 43"/>
              <a:gd name="T2" fmla="*/ 181 w 181"/>
              <a:gd name="T3" fmla="*/ 31 h 43"/>
              <a:gd name="T4" fmla="*/ 181 w 181"/>
              <a:gd name="T5" fmla="*/ 13 h 43"/>
              <a:gd name="T6" fmla="*/ 169 w 181"/>
              <a:gd name="T7" fmla="*/ 0 h 43"/>
              <a:gd name="T8" fmla="*/ 169 w 181"/>
              <a:gd name="T9" fmla="*/ 0 h 43"/>
              <a:gd name="T10" fmla="*/ 12 w 181"/>
              <a:gd name="T11" fmla="*/ 0 h 43"/>
              <a:gd name="T12" fmla="*/ 0 w 181"/>
              <a:gd name="T13" fmla="*/ 13 h 43"/>
              <a:gd name="T14" fmla="*/ 0 w 181"/>
              <a:gd name="T15" fmla="*/ 13 h 43"/>
              <a:gd name="T16" fmla="*/ 0 w 181"/>
              <a:gd name="T17" fmla="*/ 31 h 43"/>
              <a:gd name="T18" fmla="*/ 12 w 181"/>
              <a:gd name="T19" fmla="*/ 43 h 43"/>
              <a:gd name="T20" fmla="*/ 169 w 181"/>
              <a:gd name="T21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" h="43">
                <a:moveTo>
                  <a:pt x="169" y="43"/>
                </a:moveTo>
                <a:cubicBezTo>
                  <a:pt x="176" y="43"/>
                  <a:pt x="181" y="37"/>
                  <a:pt x="181" y="31"/>
                </a:cubicBezTo>
                <a:lnTo>
                  <a:pt x="181" y="13"/>
                </a:lnTo>
                <a:cubicBezTo>
                  <a:pt x="181" y="6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6"/>
                  <a:pt x="0" y="13"/>
                </a:cubicBezTo>
                <a:lnTo>
                  <a:pt x="0" y="13"/>
                </a:lnTo>
                <a:lnTo>
                  <a:pt x="0" y="31"/>
                </a:lnTo>
                <a:cubicBezTo>
                  <a:pt x="0" y="37"/>
                  <a:pt x="5" y="43"/>
                  <a:pt x="12" y="43"/>
                </a:cubicBezTo>
                <a:lnTo>
                  <a:pt x="169" y="43"/>
                </a:ln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8" name="Freeform 230">
            <a:extLst>
              <a:ext uri="{FF2B5EF4-FFF2-40B4-BE49-F238E27FC236}">
                <a16:creationId xmlns:a16="http://schemas.microsoft.com/office/drawing/2014/main" id="{84B6123A-7A23-8923-3AB9-D27A3D1690BE}"/>
              </a:ext>
            </a:extLst>
          </p:cNvPr>
          <p:cNvSpPr>
            <a:spLocks/>
          </p:cNvSpPr>
          <p:nvPr/>
        </p:nvSpPr>
        <p:spPr bwMode="auto">
          <a:xfrm>
            <a:off x="6767513" y="2844800"/>
            <a:ext cx="46038" cy="46038"/>
          </a:xfrm>
          <a:custGeom>
            <a:avLst/>
            <a:gdLst>
              <a:gd name="T0" fmla="*/ 0 w 29"/>
              <a:gd name="T1" fmla="*/ 14 h 29"/>
              <a:gd name="T2" fmla="*/ 14 w 29"/>
              <a:gd name="T3" fmla="*/ 0 h 29"/>
              <a:gd name="T4" fmla="*/ 29 w 29"/>
              <a:gd name="T5" fmla="*/ 14 h 29"/>
              <a:gd name="T6" fmla="*/ 29 w 29"/>
              <a:gd name="T7" fmla="*/ 14 h 29"/>
              <a:gd name="T8" fmla="*/ 14 w 29"/>
              <a:gd name="T9" fmla="*/ 29 h 29"/>
              <a:gd name="T10" fmla="*/ 0 w 29"/>
              <a:gd name="T11" fmla="*/ 1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29">
                <a:moveTo>
                  <a:pt x="0" y="14"/>
                </a:moveTo>
                <a:cubicBezTo>
                  <a:pt x="0" y="6"/>
                  <a:pt x="6" y="0"/>
                  <a:pt x="14" y="0"/>
                </a:cubicBezTo>
                <a:cubicBezTo>
                  <a:pt x="23" y="0"/>
                  <a:pt x="29" y="6"/>
                  <a:pt x="29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3" y="29"/>
                  <a:pt x="14" y="29"/>
                </a:cubicBezTo>
                <a:cubicBezTo>
                  <a:pt x="6" y="29"/>
                  <a:pt x="0" y="22"/>
                  <a:pt x="0" y="14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0" name="Freeform 231">
            <a:extLst>
              <a:ext uri="{FF2B5EF4-FFF2-40B4-BE49-F238E27FC236}">
                <a16:creationId xmlns:a16="http://schemas.microsoft.com/office/drawing/2014/main" id="{DEB13F6E-AB55-4513-8368-63BD08598040}"/>
              </a:ext>
            </a:extLst>
          </p:cNvPr>
          <p:cNvSpPr>
            <a:spLocks/>
          </p:cNvSpPr>
          <p:nvPr/>
        </p:nvSpPr>
        <p:spPr bwMode="auto">
          <a:xfrm>
            <a:off x="6767513" y="2901950"/>
            <a:ext cx="46038" cy="47625"/>
          </a:xfrm>
          <a:custGeom>
            <a:avLst/>
            <a:gdLst>
              <a:gd name="T0" fmla="*/ 0 w 29"/>
              <a:gd name="T1" fmla="*/ 15 h 30"/>
              <a:gd name="T2" fmla="*/ 14 w 29"/>
              <a:gd name="T3" fmla="*/ 0 h 30"/>
              <a:gd name="T4" fmla="*/ 29 w 29"/>
              <a:gd name="T5" fmla="*/ 15 h 30"/>
              <a:gd name="T6" fmla="*/ 29 w 29"/>
              <a:gd name="T7" fmla="*/ 15 h 30"/>
              <a:gd name="T8" fmla="*/ 14 w 29"/>
              <a:gd name="T9" fmla="*/ 30 h 30"/>
              <a:gd name="T10" fmla="*/ 0 w 29"/>
              <a:gd name="T11" fmla="*/ 15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30">
                <a:moveTo>
                  <a:pt x="0" y="15"/>
                </a:moveTo>
                <a:cubicBezTo>
                  <a:pt x="0" y="7"/>
                  <a:pt x="6" y="0"/>
                  <a:pt x="14" y="0"/>
                </a:cubicBezTo>
                <a:cubicBezTo>
                  <a:pt x="23" y="0"/>
                  <a:pt x="29" y="7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23"/>
                  <a:pt x="23" y="30"/>
                  <a:pt x="14" y="30"/>
                </a:cubicBezTo>
                <a:cubicBezTo>
                  <a:pt x="6" y="30"/>
                  <a:pt x="0" y="23"/>
                  <a:pt x="0" y="15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1" name="Freeform 232">
            <a:extLst>
              <a:ext uri="{FF2B5EF4-FFF2-40B4-BE49-F238E27FC236}">
                <a16:creationId xmlns:a16="http://schemas.microsoft.com/office/drawing/2014/main" id="{6A440100-E08A-241E-9E0C-0E6334ECA676}"/>
              </a:ext>
            </a:extLst>
          </p:cNvPr>
          <p:cNvSpPr>
            <a:spLocks/>
          </p:cNvSpPr>
          <p:nvPr/>
        </p:nvSpPr>
        <p:spPr bwMode="auto">
          <a:xfrm>
            <a:off x="7615238" y="2803525"/>
            <a:ext cx="47625" cy="46038"/>
          </a:xfrm>
          <a:custGeom>
            <a:avLst/>
            <a:gdLst>
              <a:gd name="T0" fmla="*/ 14 w 30"/>
              <a:gd name="T1" fmla="*/ 29 h 29"/>
              <a:gd name="T2" fmla="*/ 0 w 30"/>
              <a:gd name="T3" fmla="*/ 15 h 29"/>
              <a:gd name="T4" fmla="*/ 14 w 30"/>
              <a:gd name="T5" fmla="*/ 0 h 29"/>
              <a:gd name="T6" fmla="*/ 14 w 30"/>
              <a:gd name="T7" fmla="*/ 0 h 29"/>
              <a:gd name="T8" fmla="*/ 30 w 30"/>
              <a:gd name="T9" fmla="*/ 15 h 29"/>
              <a:gd name="T10" fmla="*/ 14 w 30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" h="29">
                <a:moveTo>
                  <a:pt x="14" y="29"/>
                </a:moveTo>
                <a:cubicBezTo>
                  <a:pt x="7" y="29"/>
                  <a:pt x="0" y="23"/>
                  <a:pt x="0" y="15"/>
                </a:cubicBezTo>
                <a:cubicBezTo>
                  <a:pt x="0" y="6"/>
                  <a:pt x="7" y="0"/>
                  <a:pt x="14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23" y="0"/>
                  <a:pt x="30" y="6"/>
                  <a:pt x="30" y="15"/>
                </a:cubicBezTo>
                <a:cubicBezTo>
                  <a:pt x="30" y="23"/>
                  <a:pt x="23" y="29"/>
                  <a:pt x="14" y="29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2" name="Freeform 233">
            <a:extLst>
              <a:ext uri="{FF2B5EF4-FFF2-40B4-BE49-F238E27FC236}">
                <a16:creationId xmlns:a16="http://schemas.microsoft.com/office/drawing/2014/main" id="{2DE8FEF2-AE36-619D-1FE3-A17F8F241A4F}"/>
              </a:ext>
            </a:extLst>
          </p:cNvPr>
          <p:cNvSpPr>
            <a:spLocks/>
          </p:cNvSpPr>
          <p:nvPr/>
        </p:nvSpPr>
        <p:spPr bwMode="auto">
          <a:xfrm>
            <a:off x="7394576" y="2716213"/>
            <a:ext cx="523875" cy="222250"/>
          </a:xfrm>
          <a:custGeom>
            <a:avLst/>
            <a:gdLst>
              <a:gd name="T0" fmla="*/ 545 w 545"/>
              <a:gd name="T1" fmla="*/ 30 h 230"/>
              <a:gd name="T2" fmla="*/ 514 w 545"/>
              <a:gd name="T3" fmla="*/ 0 h 230"/>
              <a:gd name="T4" fmla="*/ 31 w 545"/>
              <a:gd name="T5" fmla="*/ 0 h 230"/>
              <a:gd name="T6" fmla="*/ 0 w 545"/>
              <a:gd name="T7" fmla="*/ 30 h 230"/>
              <a:gd name="T8" fmla="*/ 0 w 545"/>
              <a:gd name="T9" fmla="*/ 30 h 230"/>
              <a:gd name="T10" fmla="*/ 0 w 545"/>
              <a:gd name="T11" fmla="*/ 199 h 230"/>
              <a:gd name="T12" fmla="*/ 31 w 545"/>
              <a:gd name="T13" fmla="*/ 230 h 230"/>
              <a:gd name="T14" fmla="*/ 514 w 545"/>
              <a:gd name="T15" fmla="*/ 230 h 230"/>
              <a:gd name="T16" fmla="*/ 545 w 545"/>
              <a:gd name="T17" fmla="*/ 199 h 230"/>
              <a:gd name="T18" fmla="*/ 545 w 545"/>
              <a:gd name="T19" fmla="*/ 199 h 230"/>
              <a:gd name="T20" fmla="*/ 545 w 545"/>
              <a:gd name="T21" fmla="*/ 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45" h="230">
                <a:moveTo>
                  <a:pt x="545" y="30"/>
                </a:moveTo>
                <a:cubicBezTo>
                  <a:pt x="545" y="13"/>
                  <a:pt x="531" y="0"/>
                  <a:pt x="514" y="0"/>
                </a:cubicBezTo>
                <a:lnTo>
                  <a:pt x="31" y="0"/>
                </a:lnTo>
                <a:cubicBezTo>
                  <a:pt x="14" y="0"/>
                  <a:pt x="0" y="13"/>
                  <a:pt x="0" y="30"/>
                </a:cubicBezTo>
                <a:lnTo>
                  <a:pt x="0" y="30"/>
                </a:lnTo>
                <a:lnTo>
                  <a:pt x="0" y="199"/>
                </a:lnTo>
                <a:cubicBezTo>
                  <a:pt x="0" y="216"/>
                  <a:pt x="14" y="230"/>
                  <a:pt x="31" y="230"/>
                </a:cubicBezTo>
                <a:lnTo>
                  <a:pt x="514" y="230"/>
                </a:lnTo>
                <a:cubicBezTo>
                  <a:pt x="531" y="230"/>
                  <a:pt x="545" y="216"/>
                  <a:pt x="545" y="199"/>
                </a:cubicBezTo>
                <a:lnTo>
                  <a:pt x="545" y="199"/>
                </a:lnTo>
                <a:lnTo>
                  <a:pt x="545" y="30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3" name="Freeform 234">
            <a:extLst>
              <a:ext uri="{FF2B5EF4-FFF2-40B4-BE49-F238E27FC236}">
                <a16:creationId xmlns:a16="http://schemas.microsoft.com/office/drawing/2014/main" id="{FBA74B74-94E9-C4C0-3E28-6AB7D3DADE59}"/>
              </a:ext>
            </a:extLst>
          </p:cNvPr>
          <p:cNvSpPr>
            <a:spLocks/>
          </p:cNvSpPr>
          <p:nvPr/>
        </p:nvSpPr>
        <p:spPr bwMode="auto">
          <a:xfrm>
            <a:off x="7412038" y="2740025"/>
            <a:ext cx="41275" cy="173038"/>
          </a:xfrm>
          <a:custGeom>
            <a:avLst/>
            <a:gdLst>
              <a:gd name="T0" fmla="*/ 42 w 42"/>
              <a:gd name="T1" fmla="*/ 12 h 181"/>
              <a:gd name="T2" fmla="*/ 30 w 42"/>
              <a:gd name="T3" fmla="*/ 0 h 181"/>
              <a:gd name="T4" fmla="*/ 30 w 42"/>
              <a:gd name="T5" fmla="*/ 0 h 181"/>
              <a:gd name="T6" fmla="*/ 12 w 42"/>
              <a:gd name="T7" fmla="*/ 0 h 181"/>
              <a:gd name="T8" fmla="*/ 0 w 42"/>
              <a:gd name="T9" fmla="*/ 12 h 181"/>
              <a:gd name="T10" fmla="*/ 0 w 42"/>
              <a:gd name="T11" fmla="*/ 12 h 181"/>
              <a:gd name="T12" fmla="*/ 0 w 42"/>
              <a:gd name="T13" fmla="*/ 169 h 181"/>
              <a:gd name="T14" fmla="*/ 12 w 42"/>
              <a:gd name="T15" fmla="*/ 181 h 181"/>
              <a:gd name="T16" fmla="*/ 12 w 42"/>
              <a:gd name="T17" fmla="*/ 181 h 181"/>
              <a:gd name="T18" fmla="*/ 30 w 42"/>
              <a:gd name="T19" fmla="*/ 181 h 181"/>
              <a:gd name="T20" fmla="*/ 42 w 42"/>
              <a:gd name="T21" fmla="*/ 169 h 181"/>
              <a:gd name="T22" fmla="*/ 42 w 42"/>
              <a:gd name="T23" fmla="*/ 169 h 181"/>
              <a:gd name="T24" fmla="*/ 42 w 42"/>
              <a:gd name="T25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2" h="181">
                <a:moveTo>
                  <a:pt x="42" y="12"/>
                </a:moveTo>
                <a:cubicBezTo>
                  <a:pt x="42" y="5"/>
                  <a:pt x="36" y="0"/>
                  <a:pt x="30" y="0"/>
                </a:cubicBezTo>
                <a:lnTo>
                  <a:pt x="30" y="0"/>
                </a:ln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169"/>
                </a:lnTo>
                <a:cubicBezTo>
                  <a:pt x="0" y="176"/>
                  <a:pt x="5" y="181"/>
                  <a:pt x="12" y="181"/>
                </a:cubicBezTo>
                <a:lnTo>
                  <a:pt x="12" y="181"/>
                </a:lnTo>
                <a:lnTo>
                  <a:pt x="30" y="181"/>
                </a:lnTo>
                <a:cubicBezTo>
                  <a:pt x="36" y="181"/>
                  <a:pt x="42" y="176"/>
                  <a:pt x="42" y="169"/>
                </a:cubicBezTo>
                <a:lnTo>
                  <a:pt x="42" y="169"/>
                </a:lnTo>
                <a:lnTo>
                  <a:pt x="42" y="12"/>
                </a:lnTo>
              </a:path>
            </a:pathLst>
          </a:custGeom>
          <a:solidFill>
            <a:srgbClr val="7796B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4" name="Freeform 235">
            <a:extLst>
              <a:ext uri="{FF2B5EF4-FFF2-40B4-BE49-F238E27FC236}">
                <a16:creationId xmlns:a16="http://schemas.microsoft.com/office/drawing/2014/main" id="{E73FA1B9-83AF-D5CC-B610-95C41BD195C6}"/>
              </a:ext>
            </a:extLst>
          </p:cNvPr>
          <p:cNvSpPr>
            <a:spLocks/>
          </p:cNvSpPr>
          <p:nvPr/>
        </p:nvSpPr>
        <p:spPr bwMode="auto">
          <a:xfrm>
            <a:off x="7485063" y="2740025"/>
            <a:ext cx="39688" cy="173038"/>
          </a:xfrm>
          <a:custGeom>
            <a:avLst/>
            <a:gdLst>
              <a:gd name="T0" fmla="*/ 42 w 42"/>
              <a:gd name="T1" fmla="*/ 12 h 181"/>
              <a:gd name="T2" fmla="*/ 30 w 42"/>
              <a:gd name="T3" fmla="*/ 0 h 181"/>
              <a:gd name="T4" fmla="*/ 12 w 42"/>
              <a:gd name="T5" fmla="*/ 0 h 181"/>
              <a:gd name="T6" fmla="*/ 0 w 42"/>
              <a:gd name="T7" fmla="*/ 12 h 181"/>
              <a:gd name="T8" fmla="*/ 0 w 42"/>
              <a:gd name="T9" fmla="*/ 169 h 181"/>
              <a:gd name="T10" fmla="*/ 12 w 42"/>
              <a:gd name="T11" fmla="*/ 181 h 181"/>
              <a:gd name="T12" fmla="*/ 12 w 42"/>
              <a:gd name="T13" fmla="*/ 181 h 181"/>
              <a:gd name="T14" fmla="*/ 30 w 42"/>
              <a:gd name="T15" fmla="*/ 181 h 181"/>
              <a:gd name="T16" fmla="*/ 42 w 42"/>
              <a:gd name="T17" fmla="*/ 169 h 181"/>
              <a:gd name="T18" fmla="*/ 42 w 42"/>
              <a:gd name="T19" fmla="*/ 169 h 181"/>
              <a:gd name="T20" fmla="*/ 42 w 42"/>
              <a:gd name="T21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2" h="181">
                <a:moveTo>
                  <a:pt x="42" y="12"/>
                </a:moveTo>
                <a:cubicBezTo>
                  <a:pt x="42" y="5"/>
                  <a:pt x="37" y="0"/>
                  <a:pt x="30" y="0"/>
                </a:cubicBezTo>
                <a:lnTo>
                  <a:pt x="12" y="0"/>
                </a:lnTo>
                <a:cubicBezTo>
                  <a:pt x="6" y="0"/>
                  <a:pt x="0" y="5"/>
                  <a:pt x="0" y="12"/>
                </a:cubicBezTo>
                <a:lnTo>
                  <a:pt x="0" y="169"/>
                </a:lnTo>
                <a:cubicBezTo>
                  <a:pt x="0" y="176"/>
                  <a:pt x="6" y="181"/>
                  <a:pt x="12" y="181"/>
                </a:cubicBezTo>
                <a:lnTo>
                  <a:pt x="12" y="181"/>
                </a:lnTo>
                <a:lnTo>
                  <a:pt x="30" y="181"/>
                </a:lnTo>
                <a:cubicBezTo>
                  <a:pt x="37" y="181"/>
                  <a:pt x="42" y="176"/>
                  <a:pt x="42" y="169"/>
                </a:cubicBezTo>
                <a:lnTo>
                  <a:pt x="42" y="169"/>
                </a:lnTo>
                <a:lnTo>
                  <a:pt x="42" y="12"/>
                </a:lnTo>
              </a:path>
            </a:pathLst>
          </a:custGeom>
          <a:solidFill>
            <a:srgbClr val="7796B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5" name="Freeform 236">
            <a:extLst>
              <a:ext uri="{FF2B5EF4-FFF2-40B4-BE49-F238E27FC236}">
                <a16:creationId xmlns:a16="http://schemas.microsoft.com/office/drawing/2014/main" id="{5AF1F418-F07E-30CB-689B-E7C9110F4C81}"/>
              </a:ext>
            </a:extLst>
          </p:cNvPr>
          <p:cNvSpPr>
            <a:spLocks/>
          </p:cNvSpPr>
          <p:nvPr/>
        </p:nvSpPr>
        <p:spPr bwMode="auto">
          <a:xfrm>
            <a:off x="7558088" y="2740025"/>
            <a:ext cx="39688" cy="173038"/>
          </a:xfrm>
          <a:custGeom>
            <a:avLst/>
            <a:gdLst>
              <a:gd name="T0" fmla="*/ 42 w 42"/>
              <a:gd name="T1" fmla="*/ 12 h 181"/>
              <a:gd name="T2" fmla="*/ 30 w 42"/>
              <a:gd name="T3" fmla="*/ 0 h 181"/>
              <a:gd name="T4" fmla="*/ 12 w 42"/>
              <a:gd name="T5" fmla="*/ 0 h 181"/>
              <a:gd name="T6" fmla="*/ 0 w 42"/>
              <a:gd name="T7" fmla="*/ 12 h 181"/>
              <a:gd name="T8" fmla="*/ 0 w 42"/>
              <a:gd name="T9" fmla="*/ 12 h 181"/>
              <a:gd name="T10" fmla="*/ 0 w 42"/>
              <a:gd name="T11" fmla="*/ 169 h 181"/>
              <a:gd name="T12" fmla="*/ 12 w 42"/>
              <a:gd name="T13" fmla="*/ 181 h 181"/>
              <a:gd name="T14" fmla="*/ 12 w 42"/>
              <a:gd name="T15" fmla="*/ 181 h 181"/>
              <a:gd name="T16" fmla="*/ 30 w 42"/>
              <a:gd name="T17" fmla="*/ 181 h 181"/>
              <a:gd name="T18" fmla="*/ 42 w 42"/>
              <a:gd name="T19" fmla="*/ 169 h 181"/>
              <a:gd name="T20" fmla="*/ 42 w 42"/>
              <a:gd name="T21" fmla="*/ 169 h 181"/>
              <a:gd name="T22" fmla="*/ 42 w 42"/>
              <a:gd name="T23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2" h="181">
                <a:moveTo>
                  <a:pt x="42" y="12"/>
                </a:moveTo>
                <a:cubicBezTo>
                  <a:pt x="42" y="5"/>
                  <a:pt x="37" y="0"/>
                  <a:pt x="30" y="0"/>
                </a:cubicBez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169"/>
                </a:lnTo>
                <a:cubicBezTo>
                  <a:pt x="0" y="176"/>
                  <a:pt x="5" y="181"/>
                  <a:pt x="12" y="181"/>
                </a:cubicBezTo>
                <a:lnTo>
                  <a:pt x="12" y="181"/>
                </a:lnTo>
                <a:lnTo>
                  <a:pt x="30" y="181"/>
                </a:lnTo>
                <a:cubicBezTo>
                  <a:pt x="37" y="181"/>
                  <a:pt x="42" y="176"/>
                  <a:pt x="42" y="169"/>
                </a:cubicBezTo>
                <a:lnTo>
                  <a:pt x="42" y="169"/>
                </a:lnTo>
                <a:lnTo>
                  <a:pt x="42" y="12"/>
                </a:lnTo>
              </a:path>
            </a:pathLst>
          </a:custGeom>
          <a:solidFill>
            <a:srgbClr val="7796B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6" name="Freeform 237">
            <a:extLst>
              <a:ext uri="{FF2B5EF4-FFF2-40B4-BE49-F238E27FC236}">
                <a16:creationId xmlns:a16="http://schemas.microsoft.com/office/drawing/2014/main" id="{9ACF66CE-A003-AE4E-5E65-B701363B4C54}"/>
              </a:ext>
            </a:extLst>
          </p:cNvPr>
          <p:cNvSpPr>
            <a:spLocks/>
          </p:cNvSpPr>
          <p:nvPr/>
        </p:nvSpPr>
        <p:spPr bwMode="auto">
          <a:xfrm>
            <a:off x="7793038" y="2740025"/>
            <a:ext cx="39688" cy="173038"/>
          </a:xfrm>
          <a:custGeom>
            <a:avLst/>
            <a:gdLst>
              <a:gd name="T0" fmla="*/ 42 w 42"/>
              <a:gd name="T1" fmla="*/ 12 h 181"/>
              <a:gd name="T2" fmla="*/ 30 w 42"/>
              <a:gd name="T3" fmla="*/ 0 h 181"/>
              <a:gd name="T4" fmla="*/ 12 w 42"/>
              <a:gd name="T5" fmla="*/ 0 h 181"/>
              <a:gd name="T6" fmla="*/ 0 w 42"/>
              <a:gd name="T7" fmla="*/ 12 h 181"/>
              <a:gd name="T8" fmla="*/ 0 w 42"/>
              <a:gd name="T9" fmla="*/ 169 h 181"/>
              <a:gd name="T10" fmla="*/ 12 w 42"/>
              <a:gd name="T11" fmla="*/ 181 h 181"/>
              <a:gd name="T12" fmla="*/ 12 w 42"/>
              <a:gd name="T13" fmla="*/ 181 h 181"/>
              <a:gd name="T14" fmla="*/ 30 w 42"/>
              <a:gd name="T15" fmla="*/ 181 h 181"/>
              <a:gd name="T16" fmla="*/ 42 w 42"/>
              <a:gd name="T17" fmla="*/ 169 h 181"/>
              <a:gd name="T18" fmla="*/ 42 w 42"/>
              <a:gd name="T19" fmla="*/ 169 h 181"/>
              <a:gd name="T20" fmla="*/ 42 w 42"/>
              <a:gd name="T21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2" h="181">
                <a:moveTo>
                  <a:pt x="42" y="12"/>
                </a:moveTo>
                <a:cubicBezTo>
                  <a:pt x="42" y="5"/>
                  <a:pt x="37" y="0"/>
                  <a:pt x="30" y="0"/>
                </a:cubicBez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69"/>
                </a:lnTo>
                <a:cubicBezTo>
                  <a:pt x="0" y="176"/>
                  <a:pt x="5" y="181"/>
                  <a:pt x="12" y="181"/>
                </a:cubicBezTo>
                <a:lnTo>
                  <a:pt x="12" y="181"/>
                </a:lnTo>
                <a:lnTo>
                  <a:pt x="30" y="181"/>
                </a:lnTo>
                <a:cubicBezTo>
                  <a:pt x="37" y="181"/>
                  <a:pt x="42" y="176"/>
                  <a:pt x="42" y="169"/>
                </a:cubicBezTo>
                <a:lnTo>
                  <a:pt x="42" y="169"/>
                </a:lnTo>
                <a:lnTo>
                  <a:pt x="42" y="12"/>
                </a:lnTo>
              </a:path>
            </a:pathLst>
          </a:custGeom>
          <a:solidFill>
            <a:srgbClr val="7796B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7" name="Freeform 238">
            <a:extLst>
              <a:ext uri="{FF2B5EF4-FFF2-40B4-BE49-F238E27FC236}">
                <a16:creationId xmlns:a16="http://schemas.microsoft.com/office/drawing/2014/main" id="{FFFB25A6-007F-E08B-3B1E-8945CB9BF2FC}"/>
              </a:ext>
            </a:extLst>
          </p:cNvPr>
          <p:cNvSpPr>
            <a:spLocks/>
          </p:cNvSpPr>
          <p:nvPr/>
        </p:nvSpPr>
        <p:spPr bwMode="auto">
          <a:xfrm>
            <a:off x="7864476" y="2740025"/>
            <a:ext cx="41275" cy="173038"/>
          </a:xfrm>
          <a:custGeom>
            <a:avLst/>
            <a:gdLst>
              <a:gd name="T0" fmla="*/ 43 w 43"/>
              <a:gd name="T1" fmla="*/ 12 h 181"/>
              <a:gd name="T2" fmla="*/ 30 w 43"/>
              <a:gd name="T3" fmla="*/ 0 h 181"/>
              <a:gd name="T4" fmla="*/ 12 w 43"/>
              <a:gd name="T5" fmla="*/ 0 h 181"/>
              <a:gd name="T6" fmla="*/ 0 w 43"/>
              <a:gd name="T7" fmla="*/ 12 h 181"/>
              <a:gd name="T8" fmla="*/ 0 w 43"/>
              <a:gd name="T9" fmla="*/ 12 h 181"/>
              <a:gd name="T10" fmla="*/ 0 w 43"/>
              <a:gd name="T11" fmla="*/ 169 h 181"/>
              <a:gd name="T12" fmla="*/ 12 w 43"/>
              <a:gd name="T13" fmla="*/ 181 h 181"/>
              <a:gd name="T14" fmla="*/ 12 w 43"/>
              <a:gd name="T15" fmla="*/ 181 h 181"/>
              <a:gd name="T16" fmla="*/ 30 w 43"/>
              <a:gd name="T17" fmla="*/ 181 h 181"/>
              <a:gd name="T18" fmla="*/ 43 w 43"/>
              <a:gd name="T19" fmla="*/ 169 h 181"/>
              <a:gd name="T20" fmla="*/ 43 w 43"/>
              <a:gd name="T21" fmla="*/ 169 h 181"/>
              <a:gd name="T22" fmla="*/ 43 w 43"/>
              <a:gd name="T23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3" h="181">
                <a:moveTo>
                  <a:pt x="43" y="12"/>
                </a:moveTo>
                <a:cubicBezTo>
                  <a:pt x="43" y="5"/>
                  <a:pt x="37" y="0"/>
                  <a:pt x="30" y="0"/>
                </a:cubicBezTo>
                <a:lnTo>
                  <a:pt x="12" y="0"/>
                </a:lnTo>
                <a:cubicBezTo>
                  <a:pt x="6" y="0"/>
                  <a:pt x="0" y="5"/>
                  <a:pt x="0" y="12"/>
                </a:cubicBezTo>
                <a:lnTo>
                  <a:pt x="0" y="12"/>
                </a:lnTo>
                <a:lnTo>
                  <a:pt x="0" y="169"/>
                </a:lnTo>
                <a:cubicBezTo>
                  <a:pt x="0" y="176"/>
                  <a:pt x="6" y="181"/>
                  <a:pt x="12" y="181"/>
                </a:cubicBezTo>
                <a:lnTo>
                  <a:pt x="12" y="181"/>
                </a:lnTo>
                <a:lnTo>
                  <a:pt x="30" y="181"/>
                </a:lnTo>
                <a:cubicBezTo>
                  <a:pt x="37" y="181"/>
                  <a:pt x="43" y="176"/>
                  <a:pt x="43" y="169"/>
                </a:cubicBezTo>
                <a:lnTo>
                  <a:pt x="43" y="169"/>
                </a:lnTo>
                <a:lnTo>
                  <a:pt x="43" y="12"/>
                </a:lnTo>
              </a:path>
            </a:pathLst>
          </a:custGeom>
          <a:solidFill>
            <a:srgbClr val="7796B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8" name="Freeform 239">
            <a:extLst>
              <a:ext uri="{FF2B5EF4-FFF2-40B4-BE49-F238E27FC236}">
                <a16:creationId xmlns:a16="http://schemas.microsoft.com/office/drawing/2014/main" id="{8703A2FD-5D14-D575-3A82-BDC16C8618EE}"/>
              </a:ext>
            </a:extLst>
          </p:cNvPr>
          <p:cNvSpPr>
            <a:spLocks/>
          </p:cNvSpPr>
          <p:nvPr/>
        </p:nvSpPr>
        <p:spPr bwMode="auto">
          <a:xfrm>
            <a:off x="7673976" y="2803525"/>
            <a:ext cx="46038" cy="46038"/>
          </a:xfrm>
          <a:custGeom>
            <a:avLst/>
            <a:gdLst>
              <a:gd name="T0" fmla="*/ 14 w 29"/>
              <a:gd name="T1" fmla="*/ 29 h 29"/>
              <a:gd name="T2" fmla="*/ 0 w 29"/>
              <a:gd name="T3" fmla="*/ 15 h 29"/>
              <a:gd name="T4" fmla="*/ 14 w 29"/>
              <a:gd name="T5" fmla="*/ 0 h 29"/>
              <a:gd name="T6" fmla="*/ 14 w 29"/>
              <a:gd name="T7" fmla="*/ 0 h 29"/>
              <a:gd name="T8" fmla="*/ 29 w 29"/>
              <a:gd name="T9" fmla="*/ 15 h 29"/>
              <a:gd name="T10" fmla="*/ 14 w 29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29">
                <a:moveTo>
                  <a:pt x="14" y="29"/>
                </a:moveTo>
                <a:cubicBezTo>
                  <a:pt x="6" y="29"/>
                  <a:pt x="0" y="23"/>
                  <a:pt x="0" y="15"/>
                </a:cubicBezTo>
                <a:cubicBezTo>
                  <a:pt x="0" y="6"/>
                  <a:pt x="6" y="0"/>
                  <a:pt x="14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22" y="0"/>
                  <a:pt x="29" y="6"/>
                  <a:pt x="29" y="15"/>
                </a:cubicBezTo>
                <a:cubicBezTo>
                  <a:pt x="29" y="23"/>
                  <a:pt x="22" y="29"/>
                  <a:pt x="14" y="29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9" name="Freeform 240">
            <a:extLst>
              <a:ext uri="{FF2B5EF4-FFF2-40B4-BE49-F238E27FC236}">
                <a16:creationId xmlns:a16="http://schemas.microsoft.com/office/drawing/2014/main" id="{42D22F2D-9542-E3BA-A68D-F867A0B1EECD}"/>
              </a:ext>
            </a:extLst>
          </p:cNvPr>
          <p:cNvSpPr>
            <a:spLocks/>
          </p:cNvSpPr>
          <p:nvPr/>
        </p:nvSpPr>
        <p:spPr bwMode="auto">
          <a:xfrm>
            <a:off x="7731126" y="2803525"/>
            <a:ext cx="46038" cy="46038"/>
          </a:xfrm>
          <a:custGeom>
            <a:avLst/>
            <a:gdLst>
              <a:gd name="T0" fmla="*/ 15 w 29"/>
              <a:gd name="T1" fmla="*/ 29 h 29"/>
              <a:gd name="T2" fmla="*/ 0 w 29"/>
              <a:gd name="T3" fmla="*/ 15 h 29"/>
              <a:gd name="T4" fmla="*/ 15 w 29"/>
              <a:gd name="T5" fmla="*/ 0 h 29"/>
              <a:gd name="T6" fmla="*/ 15 w 29"/>
              <a:gd name="T7" fmla="*/ 0 h 29"/>
              <a:gd name="T8" fmla="*/ 29 w 29"/>
              <a:gd name="T9" fmla="*/ 15 h 29"/>
              <a:gd name="T10" fmla="*/ 15 w 29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29">
                <a:moveTo>
                  <a:pt x="15" y="29"/>
                </a:moveTo>
                <a:cubicBezTo>
                  <a:pt x="7" y="29"/>
                  <a:pt x="0" y="23"/>
                  <a:pt x="0" y="15"/>
                </a:cubicBezTo>
                <a:cubicBezTo>
                  <a:pt x="0" y="6"/>
                  <a:pt x="7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23" y="0"/>
                  <a:pt x="29" y="6"/>
                  <a:pt x="29" y="15"/>
                </a:cubicBezTo>
                <a:cubicBezTo>
                  <a:pt x="29" y="23"/>
                  <a:pt x="23" y="29"/>
                  <a:pt x="15" y="29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0" name="Freeform 241">
            <a:extLst>
              <a:ext uri="{FF2B5EF4-FFF2-40B4-BE49-F238E27FC236}">
                <a16:creationId xmlns:a16="http://schemas.microsoft.com/office/drawing/2014/main" id="{85C8A2E6-0BFB-3058-3262-4D00C72C82B4}"/>
              </a:ext>
            </a:extLst>
          </p:cNvPr>
          <p:cNvSpPr>
            <a:spLocks/>
          </p:cNvSpPr>
          <p:nvPr/>
        </p:nvSpPr>
        <p:spPr bwMode="auto">
          <a:xfrm>
            <a:off x="7213601" y="2790825"/>
            <a:ext cx="166688" cy="71438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1" name="Line 242">
            <a:extLst>
              <a:ext uri="{FF2B5EF4-FFF2-40B4-BE49-F238E27FC236}">
                <a16:creationId xmlns:a16="http://schemas.microsoft.com/office/drawing/2014/main" id="{53D1693E-10A8-BC5A-275E-0D93D1AA1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863" y="2827338"/>
            <a:ext cx="127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2" name="Line 243">
            <a:extLst>
              <a:ext uri="{FF2B5EF4-FFF2-40B4-BE49-F238E27FC236}">
                <a16:creationId xmlns:a16="http://schemas.microsoft.com/office/drawing/2014/main" id="{7ED15D00-2F6E-DD77-BAB1-D3E189F80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451" y="2827338"/>
            <a:ext cx="34925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3" name="Freeform 244">
            <a:extLst>
              <a:ext uri="{FF2B5EF4-FFF2-40B4-BE49-F238E27FC236}">
                <a16:creationId xmlns:a16="http://schemas.microsoft.com/office/drawing/2014/main" id="{E63CD67C-AD10-F509-CC83-5D7F2E0294F0}"/>
              </a:ext>
            </a:extLst>
          </p:cNvPr>
          <p:cNvSpPr>
            <a:spLocks/>
          </p:cNvSpPr>
          <p:nvPr/>
        </p:nvSpPr>
        <p:spPr bwMode="auto">
          <a:xfrm>
            <a:off x="6767513" y="4583113"/>
            <a:ext cx="46038" cy="46038"/>
          </a:xfrm>
          <a:custGeom>
            <a:avLst/>
            <a:gdLst>
              <a:gd name="T0" fmla="*/ 0 w 29"/>
              <a:gd name="T1" fmla="*/ 14 h 29"/>
              <a:gd name="T2" fmla="*/ 14 w 29"/>
              <a:gd name="T3" fmla="*/ 0 h 29"/>
              <a:gd name="T4" fmla="*/ 29 w 29"/>
              <a:gd name="T5" fmla="*/ 14 h 29"/>
              <a:gd name="T6" fmla="*/ 29 w 29"/>
              <a:gd name="T7" fmla="*/ 14 h 29"/>
              <a:gd name="T8" fmla="*/ 14 w 29"/>
              <a:gd name="T9" fmla="*/ 29 h 29"/>
              <a:gd name="T10" fmla="*/ 0 w 29"/>
              <a:gd name="T11" fmla="*/ 1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29">
                <a:moveTo>
                  <a:pt x="0" y="14"/>
                </a:moveTo>
                <a:cubicBezTo>
                  <a:pt x="0" y="6"/>
                  <a:pt x="6" y="0"/>
                  <a:pt x="14" y="0"/>
                </a:cubicBezTo>
                <a:cubicBezTo>
                  <a:pt x="23" y="0"/>
                  <a:pt x="29" y="6"/>
                  <a:pt x="29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3"/>
                  <a:pt x="23" y="29"/>
                  <a:pt x="14" y="29"/>
                </a:cubicBezTo>
                <a:cubicBezTo>
                  <a:pt x="6" y="29"/>
                  <a:pt x="0" y="23"/>
                  <a:pt x="0" y="14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5" name="Freeform 246">
            <a:extLst>
              <a:ext uri="{FF2B5EF4-FFF2-40B4-BE49-F238E27FC236}">
                <a16:creationId xmlns:a16="http://schemas.microsoft.com/office/drawing/2014/main" id="{31E7356A-BD67-AC6E-F51E-82BC47068058}"/>
              </a:ext>
            </a:extLst>
          </p:cNvPr>
          <p:cNvSpPr>
            <a:spLocks/>
          </p:cNvSpPr>
          <p:nvPr/>
        </p:nvSpPr>
        <p:spPr bwMode="auto">
          <a:xfrm>
            <a:off x="6704013" y="4378325"/>
            <a:ext cx="173038" cy="41275"/>
          </a:xfrm>
          <a:custGeom>
            <a:avLst/>
            <a:gdLst>
              <a:gd name="T0" fmla="*/ 169 w 181"/>
              <a:gd name="T1" fmla="*/ 43 h 43"/>
              <a:gd name="T2" fmla="*/ 181 w 181"/>
              <a:gd name="T3" fmla="*/ 31 h 43"/>
              <a:gd name="T4" fmla="*/ 181 w 181"/>
              <a:gd name="T5" fmla="*/ 12 h 43"/>
              <a:gd name="T6" fmla="*/ 169 w 181"/>
              <a:gd name="T7" fmla="*/ 0 h 43"/>
              <a:gd name="T8" fmla="*/ 169 w 181"/>
              <a:gd name="T9" fmla="*/ 0 h 43"/>
              <a:gd name="T10" fmla="*/ 12 w 181"/>
              <a:gd name="T11" fmla="*/ 0 h 43"/>
              <a:gd name="T12" fmla="*/ 0 w 181"/>
              <a:gd name="T13" fmla="*/ 12 h 43"/>
              <a:gd name="T14" fmla="*/ 0 w 181"/>
              <a:gd name="T15" fmla="*/ 12 h 43"/>
              <a:gd name="T16" fmla="*/ 0 w 181"/>
              <a:gd name="T17" fmla="*/ 31 h 43"/>
              <a:gd name="T18" fmla="*/ 12 w 181"/>
              <a:gd name="T19" fmla="*/ 43 h 43"/>
              <a:gd name="T20" fmla="*/ 169 w 181"/>
              <a:gd name="T21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" h="43">
                <a:moveTo>
                  <a:pt x="169" y="43"/>
                </a:moveTo>
                <a:cubicBezTo>
                  <a:pt x="176" y="43"/>
                  <a:pt x="181" y="37"/>
                  <a:pt x="181" y="31"/>
                </a:cubicBezTo>
                <a:lnTo>
                  <a:pt x="181" y="12"/>
                </a:lnTo>
                <a:cubicBezTo>
                  <a:pt x="181" y="6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6"/>
                  <a:pt x="0" y="12"/>
                </a:cubicBezTo>
                <a:lnTo>
                  <a:pt x="0" y="12"/>
                </a:lnTo>
                <a:lnTo>
                  <a:pt x="0" y="31"/>
                </a:lnTo>
                <a:cubicBezTo>
                  <a:pt x="0" y="37"/>
                  <a:pt x="5" y="43"/>
                  <a:pt x="12" y="43"/>
                </a:cubicBezTo>
                <a:lnTo>
                  <a:pt x="169" y="43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6" name="Freeform 247">
            <a:extLst>
              <a:ext uri="{FF2B5EF4-FFF2-40B4-BE49-F238E27FC236}">
                <a16:creationId xmlns:a16="http://schemas.microsoft.com/office/drawing/2014/main" id="{24AE2518-1A32-B126-66A7-EE933CC10DC9}"/>
              </a:ext>
            </a:extLst>
          </p:cNvPr>
          <p:cNvSpPr>
            <a:spLocks/>
          </p:cNvSpPr>
          <p:nvPr/>
        </p:nvSpPr>
        <p:spPr bwMode="auto">
          <a:xfrm>
            <a:off x="6704013" y="4451350"/>
            <a:ext cx="173038" cy="41275"/>
          </a:xfrm>
          <a:custGeom>
            <a:avLst/>
            <a:gdLst>
              <a:gd name="T0" fmla="*/ 169 w 181"/>
              <a:gd name="T1" fmla="*/ 42 h 42"/>
              <a:gd name="T2" fmla="*/ 181 w 181"/>
              <a:gd name="T3" fmla="*/ 30 h 42"/>
              <a:gd name="T4" fmla="*/ 181 w 181"/>
              <a:gd name="T5" fmla="*/ 12 h 42"/>
              <a:gd name="T6" fmla="*/ 169 w 181"/>
              <a:gd name="T7" fmla="*/ 0 h 42"/>
              <a:gd name="T8" fmla="*/ 169 w 181"/>
              <a:gd name="T9" fmla="*/ 0 h 42"/>
              <a:gd name="T10" fmla="*/ 12 w 181"/>
              <a:gd name="T11" fmla="*/ 0 h 42"/>
              <a:gd name="T12" fmla="*/ 0 w 181"/>
              <a:gd name="T13" fmla="*/ 12 h 42"/>
              <a:gd name="T14" fmla="*/ 0 w 181"/>
              <a:gd name="T15" fmla="*/ 12 h 42"/>
              <a:gd name="T16" fmla="*/ 0 w 181"/>
              <a:gd name="T17" fmla="*/ 30 h 42"/>
              <a:gd name="T18" fmla="*/ 12 w 181"/>
              <a:gd name="T19" fmla="*/ 42 h 42"/>
              <a:gd name="T20" fmla="*/ 169 w 181"/>
              <a:gd name="T21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" h="42">
                <a:moveTo>
                  <a:pt x="169" y="42"/>
                </a:moveTo>
                <a:cubicBezTo>
                  <a:pt x="176" y="42"/>
                  <a:pt x="181" y="37"/>
                  <a:pt x="181" y="30"/>
                </a:cubicBezTo>
                <a:lnTo>
                  <a:pt x="181" y="12"/>
                </a:lnTo>
                <a:cubicBezTo>
                  <a:pt x="181" y="5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30"/>
                </a:lnTo>
                <a:cubicBezTo>
                  <a:pt x="0" y="37"/>
                  <a:pt x="5" y="42"/>
                  <a:pt x="12" y="42"/>
                </a:cubicBezTo>
                <a:lnTo>
                  <a:pt x="169" y="42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7" name="Freeform 248">
            <a:extLst>
              <a:ext uri="{FF2B5EF4-FFF2-40B4-BE49-F238E27FC236}">
                <a16:creationId xmlns:a16="http://schemas.microsoft.com/office/drawing/2014/main" id="{BAB46811-08A8-385B-BD09-B194B6D299CF}"/>
              </a:ext>
            </a:extLst>
          </p:cNvPr>
          <p:cNvSpPr>
            <a:spLocks/>
          </p:cNvSpPr>
          <p:nvPr/>
        </p:nvSpPr>
        <p:spPr bwMode="auto">
          <a:xfrm>
            <a:off x="6704013" y="4524375"/>
            <a:ext cx="173038" cy="41275"/>
          </a:xfrm>
          <a:custGeom>
            <a:avLst/>
            <a:gdLst>
              <a:gd name="T0" fmla="*/ 169 w 181"/>
              <a:gd name="T1" fmla="*/ 42 h 42"/>
              <a:gd name="T2" fmla="*/ 181 w 181"/>
              <a:gd name="T3" fmla="*/ 30 h 42"/>
              <a:gd name="T4" fmla="*/ 181 w 181"/>
              <a:gd name="T5" fmla="*/ 12 h 42"/>
              <a:gd name="T6" fmla="*/ 169 w 181"/>
              <a:gd name="T7" fmla="*/ 0 h 42"/>
              <a:gd name="T8" fmla="*/ 169 w 181"/>
              <a:gd name="T9" fmla="*/ 0 h 42"/>
              <a:gd name="T10" fmla="*/ 12 w 181"/>
              <a:gd name="T11" fmla="*/ 0 h 42"/>
              <a:gd name="T12" fmla="*/ 0 w 181"/>
              <a:gd name="T13" fmla="*/ 12 h 42"/>
              <a:gd name="T14" fmla="*/ 0 w 181"/>
              <a:gd name="T15" fmla="*/ 12 h 42"/>
              <a:gd name="T16" fmla="*/ 0 w 181"/>
              <a:gd name="T17" fmla="*/ 30 h 42"/>
              <a:gd name="T18" fmla="*/ 12 w 181"/>
              <a:gd name="T19" fmla="*/ 42 h 42"/>
              <a:gd name="T20" fmla="*/ 169 w 181"/>
              <a:gd name="T21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" h="42">
                <a:moveTo>
                  <a:pt x="169" y="42"/>
                </a:moveTo>
                <a:cubicBezTo>
                  <a:pt x="176" y="42"/>
                  <a:pt x="181" y="36"/>
                  <a:pt x="181" y="30"/>
                </a:cubicBezTo>
                <a:lnTo>
                  <a:pt x="181" y="12"/>
                </a:lnTo>
                <a:cubicBezTo>
                  <a:pt x="181" y="5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30"/>
                </a:lnTo>
                <a:cubicBezTo>
                  <a:pt x="0" y="36"/>
                  <a:pt x="5" y="42"/>
                  <a:pt x="12" y="42"/>
                </a:cubicBezTo>
                <a:lnTo>
                  <a:pt x="169" y="42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8" name="Freeform 249">
            <a:extLst>
              <a:ext uri="{FF2B5EF4-FFF2-40B4-BE49-F238E27FC236}">
                <a16:creationId xmlns:a16="http://schemas.microsoft.com/office/drawing/2014/main" id="{3CE7B38F-417C-BFA9-AFCD-690C1E317D51}"/>
              </a:ext>
            </a:extLst>
          </p:cNvPr>
          <p:cNvSpPr>
            <a:spLocks/>
          </p:cNvSpPr>
          <p:nvPr/>
        </p:nvSpPr>
        <p:spPr bwMode="auto">
          <a:xfrm>
            <a:off x="6704013" y="4759325"/>
            <a:ext cx="173038" cy="41275"/>
          </a:xfrm>
          <a:custGeom>
            <a:avLst/>
            <a:gdLst>
              <a:gd name="T0" fmla="*/ 169 w 181"/>
              <a:gd name="T1" fmla="*/ 43 h 43"/>
              <a:gd name="T2" fmla="*/ 181 w 181"/>
              <a:gd name="T3" fmla="*/ 31 h 43"/>
              <a:gd name="T4" fmla="*/ 181 w 181"/>
              <a:gd name="T5" fmla="*/ 13 h 43"/>
              <a:gd name="T6" fmla="*/ 169 w 181"/>
              <a:gd name="T7" fmla="*/ 0 h 43"/>
              <a:gd name="T8" fmla="*/ 169 w 181"/>
              <a:gd name="T9" fmla="*/ 0 h 43"/>
              <a:gd name="T10" fmla="*/ 12 w 181"/>
              <a:gd name="T11" fmla="*/ 0 h 43"/>
              <a:gd name="T12" fmla="*/ 0 w 181"/>
              <a:gd name="T13" fmla="*/ 13 h 43"/>
              <a:gd name="T14" fmla="*/ 0 w 181"/>
              <a:gd name="T15" fmla="*/ 13 h 43"/>
              <a:gd name="T16" fmla="*/ 0 w 181"/>
              <a:gd name="T17" fmla="*/ 31 h 43"/>
              <a:gd name="T18" fmla="*/ 12 w 181"/>
              <a:gd name="T19" fmla="*/ 43 h 43"/>
              <a:gd name="T20" fmla="*/ 169 w 181"/>
              <a:gd name="T21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" h="43">
                <a:moveTo>
                  <a:pt x="169" y="43"/>
                </a:moveTo>
                <a:cubicBezTo>
                  <a:pt x="176" y="43"/>
                  <a:pt x="181" y="37"/>
                  <a:pt x="181" y="31"/>
                </a:cubicBezTo>
                <a:lnTo>
                  <a:pt x="181" y="13"/>
                </a:lnTo>
                <a:cubicBezTo>
                  <a:pt x="181" y="6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6"/>
                  <a:pt x="0" y="13"/>
                </a:cubicBezTo>
                <a:lnTo>
                  <a:pt x="0" y="13"/>
                </a:lnTo>
                <a:lnTo>
                  <a:pt x="0" y="31"/>
                </a:lnTo>
                <a:cubicBezTo>
                  <a:pt x="0" y="37"/>
                  <a:pt x="5" y="43"/>
                  <a:pt x="12" y="43"/>
                </a:cubicBezTo>
                <a:lnTo>
                  <a:pt x="169" y="43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9" name="Freeform 250">
            <a:extLst>
              <a:ext uri="{FF2B5EF4-FFF2-40B4-BE49-F238E27FC236}">
                <a16:creationId xmlns:a16="http://schemas.microsoft.com/office/drawing/2014/main" id="{77DB609C-AD90-ACD0-E221-9D2BB35A3470}"/>
              </a:ext>
            </a:extLst>
          </p:cNvPr>
          <p:cNvSpPr>
            <a:spLocks/>
          </p:cNvSpPr>
          <p:nvPr/>
        </p:nvSpPr>
        <p:spPr bwMode="auto">
          <a:xfrm>
            <a:off x="6704013" y="4832350"/>
            <a:ext cx="173038" cy="41275"/>
          </a:xfrm>
          <a:custGeom>
            <a:avLst/>
            <a:gdLst>
              <a:gd name="T0" fmla="*/ 169 w 181"/>
              <a:gd name="T1" fmla="*/ 42 h 42"/>
              <a:gd name="T2" fmla="*/ 181 w 181"/>
              <a:gd name="T3" fmla="*/ 30 h 42"/>
              <a:gd name="T4" fmla="*/ 181 w 181"/>
              <a:gd name="T5" fmla="*/ 30 h 42"/>
              <a:gd name="T6" fmla="*/ 181 w 181"/>
              <a:gd name="T7" fmla="*/ 12 h 42"/>
              <a:gd name="T8" fmla="*/ 169 w 181"/>
              <a:gd name="T9" fmla="*/ 0 h 42"/>
              <a:gd name="T10" fmla="*/ 169 w 181"/>
              <a:gd name="T11" fmla="*/ 0 h 42"/>
              <a:gd name="T12" fmla="*/ 12 w 181"/>
              <a:gd name="T13" fmla="*/ 0 h 42"/>
              <a:gd name="T14" fmla="*/ 0 w 181"/>
              <a:gd name="T15" fmla="*/ 12 h 42"/>
              <a:gd name="T16" fmla="*/ 0 w 181"/>
              <a:gd name="T17" fmla="*/ 12 h 42"/>
              <a:gd name="T18" fmla="*/ 0 w 181"/>
              <a:gd name="T19" fmla="*/ 30 h 42"/>
              <a:gd name="T20" fmla="*/ 12 w 181"/>
              <a:gd name="T21" fmla="*/ 42 h 42"/>
              <a:gd name="T22" fmla="*/ 169 w 181"/>
              <a:gd name="T23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81" h="42">
                <a:moveTo>
                  <a:pt x="169" y="42"/>
                </a:moveTo>
                <a:cubicBezTo>
                  <a:pt x="176" y="42"/>
                  <a:pt x="181" y="37"/>
                  <a:pt x="181" y="30"/>
                </a:cubicBezTo>
                <a:lnTo>
                  <a:pt x="181" y="30"/>
                </a:lnTo>
                <a:lnTo>
                  <a:pt x="181" y="12"/>
                </a:lnTo>
                <a:cubicBezTo>
                  <a:pt x="181" y="5"/>
                  <a:pt x="176" y="0"/>
                  <a:pt x="169" y="0"/>
                </a:cubicBezTo>
                <a:lnTo>
                  <a:pt x="169" y="0"/>
                </a:ln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30"/>
                </a:lnTo>
                <a:cubicBezTo>
                  <a:pt x="0" y="37"/>
                  <a:pt x="5" y="42"/>
                  <a:pt x="12" y="42"/>
                </a:cubicBezTo>
                <a:lnTo>
                  <a:pt x="169" y="42"/>
                </a:lnTo>
              </a:path>
            </a:pathLst>
          </a:custGeom>
          <a:solidFill>
            <a:srgbClr val="E6480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0" name="Freeform 251">
            <a:extLst>
              <a:ext uri="{FF2B5EF4-FFF2-40B4-BE49-F238E27FC236}">
                <a16:creationId xmlns:a16="http://schemas.microsoft.com/office/drawing/2014/main" id="{B4E4737C-6F06-C2C4-006B-B4E685153B15}"/>
              </a:ext>
            </a:extLst>
          </p:cNvPr>
          <p:cNvSpPr>
            <a:spLocks/>
          </p:cNvSpPr>
          <p:nvPr/>
        </p:nvSpPr>
        <p:spPr bwMode="auto">
          <a:xfrm>
            <a:off x="6767513" y="4641850"/>
            <a:ext cx="46038" cy="46038"/>
          </a:xfrm>
          <a:custGeom>
            <a:avLst/>
            <a:gdLst>
              <a:gd name="T0" fmla="*/ 0 w 29"/>
              <a:gd name="T1" fmla="*/ 14 h 29"/>
              <a:gd name="T2" fmla="*/ 14 w 29"/>
              <a:gd name="T3" fmla="*/ 0 h 29"/>
              <a:gd name="T4" fmla="*/ 29 w 29"/>
              <a:gd name="T5" fmla="*/ 14 h 29"/>
              <a:gd name="T6" fmla="*/ 29 w 29"/>
              <a:gd name="T7" fmla="*/ 14 h 29"/>
              <a:gd name="T8" fmla="*/ 14 w 29"/>
              <a:gd name="T9" fmla="*/ 29 h 29"/>
              <a:gd name="T10" fmla="*/ 0 w 29"/>
              <a:gd name="T11" fmla="*/ 1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29">
                <a:moveTo>
                  <a:pt x="0" y="14"/>
                </a:moveTo>
                <a:cubicBezTo>
                  <a:pt x="0" y="6"/>
                  <a:pt x="6" y="0"/>
                  <a:pt x="14" y="0"/>
                </a:cubicBezTo>
                <a:cubicBezTo>
                  <a:pt x="23" y="0"/>
                  <a:pt x="29" y="6"/>
                  <a:pt x="29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3" y="29"/>
                  <a:pt x="14" y="29"/>
                </a:cubicBezTo>
                <a:cubicBezTo>
                  <a:pt x="6" y="29"/>
                  <a:pt x="0" y="22"/>
                  <a:pt x="0" y="14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1" name="Freeform 252">
            <a:extLst>
              <a:ext uri="{FF2B5EF4-FFF2-40B4-BE49-F238E27FC236}">
                <a16:creationId xmlns:a16="http://schemas.microsoft.com/office/drawing/2014/main" id="{1A9661BB-9A85-11D4-C827-E30507EB2570}"/>
              </a:ext>
            </a:extLst>
          </p:cNvPr>
          <p:cNvSpPr>
            <a:spLocks/>
          </p:cNvSpPr>
          <p:nvPr/>
        </p:nvSpPr>
        <p:spPr bwMode="auto">
          <a:xfrm>
            <a:off x="6767513" y="4699000"/>
            <a:ext cx="46038" cy="46038"/>
          </a:xfrm>
          <a:custGeom>
            <a:avLst/>
            <a:gdLst>
              <a:gd name="T0" fmla="*/ 0 w 29"/>
              <a:gd name="T1" fmla="*/ 15 h 29"/>
              <a:gd name="T2" fmla="*/ 14 w 29"/>
              <a:gd name="T3" fmla="*/ 0 h 29"/>
              <a:gd name="T4" fmla="*/ 29 w 29"/>
              <a:gd name="T5" fmla="*/ 15 h 29"/>
              <a:gd name="T6" fmla="*/ 29 w 29"/>
              <a:gd name="T7" fmla="*/ 15 h 29"/>
              <a:gd name="T8" fmla="*/ 14 w 29"/>
              <a:gd name="T9" fmla="*/ 29 h 29"/>
              <a:gd name="T10" fmla="*/ 0 w 29"/>
              <a:gd name="T11" fmla="*/ 15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29">
                <a:moveTo>
                  <a:pt x="0" y="15"/>
                </a:moveTo>
                <a:cubicBezTo>
                  <a:pt x="0" y="7"/>
                  <a:pt x="6" y="0"/>
                  <a:pt x="14" y="0"/>
                </a:cubicBezTo>
                <a:cubicBezTo>
                  <a:pt x="23" y="0"/>
                  <a:pt x="29" y="7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23"/>
                  <a:pt x="23" y="29"/>
                  <a:pt x="14" y="29"/>
                </a:cubicBezTo>
                <a:cubicBezTo>
                  <a:pt x="6" y="29"/>
                  <a:pt x="0" y="23"/>
                  <a:pt x="0" y="15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2" name="Freeform 253">
            <a:extLst>
              <a:ext uri="{FF2B5EF4-FFF2-40B4-BE49-F238E27FC236}">
                <a16:creationId xmlns:a16="http://schemas.microsoft.com/office/drawing/2014/main" id="{830C041A-04CD-2032-986C-D2173C099828}"/>
              </a:ext>
            </a:extLst>
          </p:cNvPr>
          <p:cNvSpPr>
            <a:spLocks/>
          </p:cNvSpPr>
          <p:nvPr/>
        </p:nvSpPr>
        <p:spPr bwMode="auto">
          <a:xfrm>
            <a:off x="7615238" y="4600575"/>
            <a:ext cx="47625" cy="46038"/>
          </a:xfrm>
          <a:custGeom>
            <a:avLst/>
            <a:gdLst>
              <a:gd name="T0" fmla="*/ 14 w 30"/>
              <a:gd name="T1" fmla="*/ 29 h 29"/>
              <a:gd name="T2" fmla="*/ 0 w 30"/>
              <a:gd name="T3" fmla="*/ 14 h 29"/>
              <a:gd name="T4" fmla="*/ 14 w 30"/>
              <a:gd name="T5" fmla="*/ 0 h 29"/>
              <a:gd name="T6" fmla="*/ 14 w 30"/>
              <a:gd name="T7" fmla="*/ 0 h 29"/>
              <a:gd name="T8" fmla="*/ 30 w 30"/>
              <a:gd name="T9" fmla="*/ 14 h 29"/>
              <a:gd name="T10" fmla="*/ 14 w 30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" h="29">
                <a:moveTo>
                  <a:pt x="14" y="29"/>
                </a:moveTo>
                <a:cubicBezTo>
                  <a:pt x="7" y="29"/>
                  <a:pt x="0" y="23"/>
                  <a:pt x="0" y="14"/>
                </a:cubicBezTo>
                <a:cubicBezTo>
                  <a:pt x="0" y="6"/>
                  <a:pt x="7" y="0"/>
                  <a:pt x="14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23" y="0"/>
                  <a:pt x="30" y="6"/>
                  <a:pt x="30" y="14"/>
                </a:cubicBezTo>
                <a:cubicBezTo>
                  <a:pt x="30" y="23"/>
                  <a:pt x="23" y="29"/>
                  <a:pt x="14" y="29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3" name="Freeform 254">
            <a:extLst>
              <a:ext uri="{FF2B5EF4-FFF2-40B4-BE49-F238E27FC236}">
                <a16:creationId xmlns:a16="http://schemas.microsoft.com/office/drawing/2014/main" id="{8AADD5CA-86D5-2567-5518-A6BB75464714}"/>
              </a:ext>
            </a:extLst>
          </p:cNvPr>
          <p:cNvSpPr>
            <a:spLocks/>
          </p:cNvSpPr>
          <p:nvPr/>
        </p:nvSpPr>
        <p:spPr bwMode="auto">
          <a:xfrm>
            <a:off x="7394576" y="4513263"/>
            <a:ext cx="523875" cy="220663"/>
          </a:xfrm>
          <a:custGeom>
            <a:avLst/>
            <a:gdLst>
              <a:gd name="T0" fmla="*/ 545 w 545"/>
              <a:gd name="T1" fmla="*/ 31 h 230"/>
              <a:gd name="T2" fmla="*/ 514 w 545"/>
              <a:gd name="T3" fmla="*/ 0 h 230"/>
              <a:gd name="T4" fmla="*/ 514 w 545"/>
              <a:gd name="T5" fmla="*/ 0 h 230"/>
              <a:gd name="T6" fmla="*/ 31 w 545"/>
              <a:gd name="T7" fmla="*/ 0 h 230"/>
              <a:gd name="T8" fmla="*/ 0 w 545"/>
              <a:gd name="T9" fmla="*/ 31 h 230"/>
              <a:gd name="T10" fmla="*/ 0 w 545"/>
              <a:gd name="T11" fmla="*/ 31 h 230"/>
              <a:gd name="T12" fmla="*/ 0 w 545"/>
              <a:gd name="T13" fmla="*/ 200 h 230"/>
              <a:gd name="T14" fmla="*/ 31 w 545"/>
              <a:gd name="T15" fmla="*/ 230 h 230"/>
              <a:gd name="T16" fmla="*/ 514 w 545"/>
              <a:gd name="T17" fmla="*/ 230 h 230"/>
              <a:gd name="T18" fmla="*/ 545 w 545"/>
              <a:gd name="T19" fmla="*/ 200 h 230"/>
              <a:gd name="T20" fmla="*/ 545 w 545"/>
              <a:gd name="T21" fmla="*/ 200 h 230"/>
              <a:gd name="T22" fmla="*/ 545 w 545"/>
              <a:gd name="T23" fmla="*/ 31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45" h="230">
                <a:moveTo>
                  <a:pt x="545" y="31"/>
                </a:moveTo>
                <a:cubicBezTo>
                  <a:pt x="545" y="14"/>
                  <a:pt x="531" y="0"/>
                  <a:pt x="514" y="0"/>
                </a:cubicBezTo>
                <a:lnTo>
                  <a:pt x="514" y="0"/>
                </a:lnTo>
                <a:lnTo>
                  <a:pt x="31" y="0"/>
                </a:lnTo>
                <a:cubicBezTo>
                  <a:pt x="14" y="0"/>
                  <a:pt x="0" y="14"/>
                  <a:pt x="0" y="31"/>
                </a:cubicBezTo>
                <a:lnTo>
                  <a:pt x="0" y="31"/>
                </a:lnTo>
                <a:lnTo>
                  <a:pt x="0" y="200"/>
                </a:lnTo>
                <a:cubicBezTo>
                  <a:pt x="0" y="217"/>
                  <a:pt x="14" y="230"/>
                  <a:pt x="31" y="230"/>
                </a:cubicBezTo>
                <a:lnTo>
                  <a:pt x="514" y="230"/>
                </a:lnTo>
                <a:cubicBezTo>
                  <a:pt x="531" y="230"/>
                  <a:pt x="545" y="217"/>
                  <a:pt x="545" y="200"/>
                </a:cubicBezTo>
                <a:lnTo>
                  <a:pt x="545" y="200"/>
                </a:lnTo>
                <a:lnTo>
                  <a:pt x="545" y="31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4" name="Freeform 255">
            <a:extLst>
              <a:ext uri="{FF2B5EF4-FFF2-40B4-BE49-F238E27FC236}">
                <a16:creationId xmlns:a16="http://schemas.microsoft.com/office/drawing/2014/main" id="{F20965F8-9044-BED0-FDE3-A8C97FA3DD4C}"/>
              </a:ext>
            </a:extLst>
          </p:cNvPr>
          <p:cNvSpPr>
            <a:spLocks/>
          </p:cNvSpPr>
          <p:nvPr/>
        </p:nvSpPr>
        <p:spPr bwMode="auto">
          <a:xfrm>
            <a:off x="7412038" y="4537075"/>
            <a:ext cx="41275" cy="173038"/>
          </a:xfrm>
          <a:custGeom>
            <a:avLst/>
            <a:gdLst>
              <a:gd name="T0" fmla="*/ 42 w 42"/>
              <a:gd name="T1" fmla="*/ 12 h 181"/>
              <a:gd name="T2" fmla="*/ 30 w 42"/>
              <a:gd name="T3" fmla="*/ 0 h 181"/>
              <a:gd name="T4" fmla="*/ 30 w 42"/>
              <a:gd name="T5" fmla="*/ 0 h 181"/>
              <a:gd name="T6" fmla="*/ 12 w 42"/>
              <a:gd name="T7" fmla="*/ 0 h 181"/>
              <a:gd name="T8" fmla="*/ 0 w 42"/>
              <a:gd name="T9" fmla="*/ 12 h 181"/>
              <a:gd name="T10" fmla="*/ 0 w 42"/>
              <a:gd name="T11" fmla="*/ 12 h 181"/>
              <a:gd name="T12" fmla="*/ 0 w 42"/>
              <a:gd name="T13" fmla="*/ 169 h 181"/>
              <a:gd name="T14" fmla="*/ 12 w 42"/>
              <a:gd name="T15" fmla="*/ 181 h 181"/>
              <a:gd name="T16" fmla="*/ 30 w 42"/>
              <a:gd name="T17" fmla="*/ 181 h 181"/>
              <a:gd name="T18" fmla="*/ 42 w 42"/>
              <a:gd name="T19" fmla="*/ 169 h 181"/>
              <a:gd name="T20" fmla="*/ 42 w 42"/>
              <a:gd name="T21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2" h="181">
                <a:moveTo>
                  <a:pt x="42" y="12"/>
                </a:moveTo>
                <a:cubicBezTo>
                  <a:pt x="42" y="5"/>
                  <a:pt x="36" y="0"/>
                  <a:pt x="30" y="0"/>
                </a:cubicBezTo>
                <a:lnTo>
                  <a:pt x="30" y="0"/>
                </a:ln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169"/>
                </a:lnTo>
                <a:cubicBezTo>
                  <a:pt x="0" y="176"/>
                  <a:pt x="5" y="181"/>
                  <a:pt x="12" y="181"/>
                </a:cubicBezTo>
                <a:lnTo>
                  <a:pt x="30" y="181"/>
                </a:lnTo>
                <a:cubicBezTo>
                  <a:pt x="36" y="181"/>
                  <a:pt x="42" y="176"/>
                  <a:pt x="42" y="169"/>
                </a:cubicBezTo>
                <a:lnTo>
                  <a:pt x="42" y="12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5" name="Freeform 256">
            <a:extLst>
              <a:ext uri="{FF2B5EF4-FFF2-40B4-BE49-F238E27FC236}">
                <a16:creationId xmlns:a16="http://schemas.microsoft.com/office/drawing/2014/main" id="{BED57CC8-6038-FA69-0AF5-546EC0D15B03}"/>
              </a:ext>
            </a:extLst>
          </p:cNvPr>
          <p:cNvSpPr>
            <a:spLocks/>
          </p:cNvSpPr>
          <p:nvPr/>
        </p:nvSpPr>
        <p:spPr bwMode="auto">
          <a:xfrm>
            <a:off x="7485063" y="4537075"/>
            <a:ext cx="39688" cy="173038"/>
          </a:xfrm>
          <a:custGeom>
            <a:avLst/>
            <a:gdLst>
              <a:gd name="T0" fmla="*/ 42 w 42"/>
              <a:gd name="T1" fmla="*/ 12 h 181"/>
              <a:gd name="T2" fmla="*/ 30 w 42"/>
              <a:gd name="T3" fmla="*/ 0 h 181"/>
              <a:gd name="T4" fmla="*/ 12 w 42"/>
              <a:gd name="T5" fmla="*/ 0 h 181"/>
              <a:gd name="T6" fmla="*/ 0 w 42"/>
              <a:gd name="T7" fmla="*/ 12 h 181"/>
              <a:gd name="T8" fmla="*/ 0 w 42"/>
              <a:gd name="T9" fmla="*/ 169 h 181"/>
              <a:gd name="T10" fmla="*/ 12 w 42"/>
              <a:gd name="T11" fmla="*/ 181 h 181"/>
              <a:gd name="T12" fmla="*/ 30 w 42"/>
              <a:gd name="T13" fmla="*/ 181 h 181"/>
              <a:gd name="T14" fmla="*/ 42 w 42"/>
              <a:gd name="T15" fmla="*/ 169 h 181"/>
              <a:gd name="T16" fmla="*/ 42 w 42"/>
              <a:gd name="T17" fmla="*/ 169 h 181"/>
              <a:gd name="T18" fmla="*/ 42 w 42"/>
              <a:gd name="T19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" h="181">
                <a:moveTo>
                  <a:pt x="42" y="12"/>
                </a:moveTo>
                <a:cubicBezTo>
                  <a:pt x="42" y="5"/>
                  <a:pt x="37" y="0"/>
                  <a:pt x="30" y="0"/>
                </a:cubicBezTo>
                <a:lnTo>
                  <a:pt x="12" y="0"/>
                </a:lnTo>
                <a:cubicBezTo>
                  <a:pt x="6" y="0"/>
                  <a:pt x="0" y="5"/>
                  <a:pt x="0" y="12"/>
                </a:cubicBezTo>
                <a:lnTo>
                  <a:pt x="0" y="169"/>
                </a:lnTo>
                <a:cubicBezTo>
                  <a:pt x="0" y="176"/>
                  <a:pt x="6" y="181"/>
                  <a:pt x="12" y="181"/>
                </a:cubicBezTo>
                <a:lnTo>
                  <a:pt x="30" y="181"/>
                </a:lnTo>
                <a:cubicBezTo>
                  <a:pt x="37" y="181"/>
                  <a:pt x="42" y="176"/>
                  <a:pt x="42" y="169"/>
                </a:cubicBezTo>
                <a:lnTo>
                  <a:pt x="42" y="169"/>
                </a:lnTo>
                <a:lnTo>
                  <a:pt x="42" y="12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6" name="Freeform 257">
            <a:extLst>
              <a:ext uri="{FF2B5EF4-FFF2-40B4-BE49-F238E27FC236}">
                <a16:creationId xmlns:a16="http://schemas.microsoft.com/office/drawing/2014/main" id="{D9BE0EB0-8375-BBFC-AAEA-3711F6A17A05}"/>
              </a:ext>
            </a:extLst>
          </p:cNvPr>
          <p:cNvSpPr>
            <a:spLocks/>
          </p:cNvSpPr>
          <p:nvPr/>
        </p:nvSpPr>
        <p:spPr bwMode="auto">
          <a:xfrm>
            <a:off x="7558088" y="4537075"/>
            <a:ext cx="39688" cy="173038"/>
          </a:xfrm>
          <a:custGeom>
            <a:avLst/>
            <a:gdLst>
              <a:gd name="T0" fmla="*/ 42 w 42"/>
              <a:gd name="T1" fmla="*/ 12 h 181"/>
              <a:gd name="T2" fmla="*/ 30 w 42"/>
              <a:gd name="T3" fmla="*/ 0 h 181"/>
              <a:gd name="T4" fmla="*/ 12 w 42"/>
              <a:gd name="T5" fmla="*/ 0 h 181"/>
              <a:gd name="T6" fmla="*/ 0 w 42"/>
              <a:gd name="T7" fmla="*/ 12 h 181"/>
              <a:gd name="T8" fmla="*/ 0 w 42"/>
              <a:gd name="T9" fmla="*/ 12 h 181"/>
              <a:gd name="T10" fmla="*/ 0 w 42"/>
              <a:gd name="T11" fmla="*/ 169 h 181"/>
              <a:gd name="T12" fmla="*/ 12 w 42"/>
              <a:gd name="T13" fmla="*/ 181 h 181"/>
              <a:gd name="T14" fmla="*/ 30 w 42"/>
              <a:gd name="T15" fmla="*/ 181 h 181"/>
              <a:gd name="T16" fmla="*/ 42 w 42"/>
              <a:gd name="T17" fmla="*/ 169 h 181"/>
              <a:gd name="T18" fmla="*/ 42 w 42"/>
              <a:gd name="T19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2" h="181">
                <a:moveTo>
                  <a:pt x="42" y="12"/>
                </a:moveTo>
                <a:cubicBezTo>
                  <a:pt x="42" y="5"/>
                  <a:pt x="37" y="0"/>
                  <a:pt x="30" y="0"/>
                </a:cubicBez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2"/>
                </a:lnTo>
                <a:lnTo>
                  <a:pt x="0" y="169"/>
                </a:lnTo>
                <a:cubicBezTo>
                  <a:pt x="0" y="176"/>
                  <a:pt x="5" y="181"/>
                  <a:pt x="12" y="181"/>
                </a:cubicBezTo>
                <a:lnTo>
                  <a:pt x="30" y="181"/>
                </a:lnTo>
                <a:cubicBezTo>
                  <a:pt x="37" y="181"/>
                  <a:pt x="42" y="176"/>
                  <a:pt x="42" y="169"/>
                </a:cubicBezTo>
                <a:lnTo>
                  <a:pt x="42" y="12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7" name="Freeform 258">
            <a:extLst>
              <a:ext uri="{FF2B5EF4-FFF2-40B4-BE49-F238E27FC236}">
                <a16:creationId xmlns:a16="http://schemas.microsoft.com/office/drawing/2014/main" id="{C8328A10-D4B1-B5DE-C6FB-1A7699614687}"/>
              </a:ext>
            </a:extLst>
          </p:cNvPr>
          <p:cNvSpPr>
            <a:spLocks/>
          </p:cNvSpPr>
          <p:nvPr/>
        </p:nvSpPr>
        <p:spPr bwMode="auto">
          <a:xfrm>
            <a:off x="7793038" y="4537075"/>
            <a:ext cx="39688" cy="173038"/>
          </a:xfrm>
          <a:custGeom>
            <a:avLst/>
            <a:gdLst>
              <a:gd name="T0" fmla="*/ 42 w 42"/>
              <a:gd name="T1" fmla="*/ 12 h 181"/>
              <a:gd name="T2" fmla="*/ 30 w 42"/>
              <a:gd name="T3" fmla="*/ 0 h 181"/>
              <a:gd name="T4" fmla="*/ 12 w 42"/>
              <a:gd name="T5" fmla="*/ 0 h 181"/>
              <a:gd name="T6" fmla="*/ 0 w 42"/>
              <a:gd name="T7" fmla="*/ 12 h 181"/>
              <a:gd name="T8" fmla="*/ 0 w 42"/>
              <a:gd name="T9" fmla="*/ 169 h 181"/>
              <a:gd name="T10" fmla="*/ 12 w 42"/>
              <a:gd name="T11" fmla="*/ 181 h 181"/>
              <a:gd name="T12" fmla="*/ 30 w 42"/>
              <a:gd name="T13" fmla="*/ 181 h 181"/>
              <a:gd name="T14" fmla="*/ 42 w 42"/>
              <a:gd name="T15" fmla="*/ 169 h 181"/>
              <a:gd name="T16" fmla="*/ 42 w 42"/>
              <a:gd name="T17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" h="181">
                <a:moveTo>
                  <a:pt x="42" y="12"/>
                </a:moveTo>
                <a:cubicBezTo>
                  <a:pt x="42" y="5"/>
                  <a:pt x="37" y="0"/>
                  <a:pt x="30" y="0"/>
                </a:cubicBez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169"/>
                </a:lnTo>
                <a:cubicBezTo>
                  <a:pt x="0" y="176"/>
                  <a:pt x="5" y="181"/>
                  <a:pt x="12" y="181"/>
                </a:cubicBezTo>
                <a:lnTo>
                  <a:pt x="30" y="181"/>
                </a:lnTo>
                <a:cubicBezTo>
                  <a:pt x="37" y="181"/>
                  <a:pt x="42" y="176"/>
                  <a:pt x="42" y="169"/>
                </a:cubicBezTo>
                <a:lnTo>
                  <a:pt x="42" y="12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8" name="Freeform 259">
            <a:extLst>
              <a:ext uri="{FF2B5EF4-FFF2-40B4-BE49-F238E27FC236}">
                <a16:creationId xmlns:a16="http://schemas.microsoft.com/office/drawing/2014/main" id="{FF1AD311-2A6F-F925-8B4F-A37DC8E385D7}"/>
              </a:ext>
            </a:extLst>
          </p:cNvPr>
          <p:cNvSpPr>
            <a:spLocks/>
          </p:cNvSpPr>
          <p:nvPr/>
        </p:nvSpPr>
        <p:spPr bwMode="auto">
          <a:xfrm>
            <a:off x="7864476" y="4537075"/>
            <a:ext cx="41275" cy="173038"/>
          </a:xfrm>
          <a:custGeom>
            <a:avLst/>
            <a:gdLst>
              <a:gd name="T0" fmla="*/ 43 w 43"/>
              <a:gd name="T1" fmla="*/ 12 h 181"/>
              <a:gd name="T2" fmla="*/ 30 w 43"/>
              <a:gd name="T3" fmla="*/ 0 h 181"/>
              <a:gd name="T4" fmla="*/ 12 w 43"/>
              <a:gd name="T5" fmla="*/ 0 h 181"/>
              <a:gd name="T6" fmla="*/ 0 w 43"/>
              <a:gd name="T7" fmla="*/ 12 h 181"/>
              <a:gd name="T8" fmla="*/ 0 w 43"/>
              <a:gd name="T9" fmla="*/ 12 h 181"/>
              <a:gd name="T10" fmla="*/ 0 w 43"/>
              <a:gd name="T11" fmla="*/ 169 h 181"/>
              <a:gd name="T12" fmla="*/ 12 w 43"/>
              <a:gd name="T13" fmla="*/ 181 h 181"/>
              <a:gd name="T14" fmla="*/ 30 w 43"/>
              <a:gd name="T15" fmla="*/ 181 h 181"/>
              <a:gd name="T16" fmla="*/ 43 w 43"/>
              <a:gd name="T17" fmla="*/ 169 h 181"/>
              <a:gd name="T18" fmla="*/ 43 w 43"/>
              <a:gd name="T19" fmla="*/ 12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" h="181">
                <a:moveTo>
                  <a:pt x="43" y="12"/>
                </a:moveTo>
                <a:cubicBezTo>
                  <a:pt x="43" y="5"/>
                  <a:pt x="37" y="0"/>
                  <a:pt x="30" y="0"/>
                </a:cubicBezTo>
                <a:lnTo>
                  <a:pt x="12" y="0"/>
                </a:lnTo>
                <a:cubicBezTo>
                  <a:pt x="6" y="0"/>
                  <a:pt x="0" y="5"/>
                  <a:pt x="0" y="12"/>
                </a:cubicBezTo>
                <a:lnTo>
                  <a:pt x="0" y="12"/>
                </a:lnTo>
                <a:lnTo>
                  <a:pt x="0" y="169"/>
                </a:lnTo>
                <a:cubicBezTo>
                  <a:pt x="0" y="176"/>
                  <a:pt x="6" y="181"/>
                  <a:pt x="12" y="181"/>
                </a:cubicBezTo>
                <a:lnTo>
                  <a:pt x="30" y="181"/>
                </a:lnTo>
                <a:cubicBezTo>
                  <a:pt x="37" y="181"/>
                  <a:pt x="43" y="176"/>
                  <a:pt x="43" y="169"/>
                </a:cubicBezTo>
                <a:lnTo>
                  <a:pt x="43" y="12"/>
                </a:lnTo>
              </a:path>
            </a:pathLst>
          </a:custGeom>
          <a:solidFill>
            <a:srgbClr val="FFC2A1"/>
          </a:solidFill>
          <a:ln w="12700" cap="rnd">
            <a:solidFill>
              <a:srgbClr val="E648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9" name="Freeform 260">
            <a:extLst>
              <a:ext uri="{FF2B5EF4-FFF2-40B4-BE49-F238E27FC236}">
                <a16:creationId xmlns:a16="http://schemas.microsoft.com/office/drawing/2014/main" id="{E6DFF5FC-4D07-01BD-8BBC-CAE44EC33C16}"/>
              </a:ext>
            </a:extLst>
          </p:cNvPr>
          <p:cNvSpPr>
            <a:spLocks/>
          </p:cNvSpPr>
          <p:nvPr/>
        </p:nvSpPr>
        <p:spPr bwMode="auto">
          <a:xfrm>
            <a:off x="7673976" y="4600575"/>
            <a:ext cx="46038" cy="46038"/>
          </a:xfrm>
          <a:custGeom>
            <a:avLst/>
            <a:gdLst>
              <a:gd name="T0" fmla="*/ 14 w 29"/>
              <a:gd name="T1" fmla="*/ 29 h 29"/>
              <a:gd name="T2" fmla="*/ 0 w 29"/>
              <a:gd name="T3" fmla="*/ 14 h 29"/>
              <a:gd name="T4" fmla="*/ 14 w 29"/>
              <a:gd name="T5" fmla="*/ 0 h 29"/>
              <a:gd name="T6" fmla="*/ 14 w 29"/>
              <a:gd name="T7" fmla="*/ 0 h 29"/>
              <a:gd name="T8" fmla="*/ 29 w 29"/>
              <a:gd name="T9" fmla="*/ 14 h 29"/>
              <a:gd name="T10" fmla="*/ 14 w 29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29">
                <a:moveTo>
                  <a:pt x="14" y="29"/>
                </a:moveTo>
                <a:cubicBezTo>
                  <a:pt x="6" y="29"/>
                  <a:pt x="0" y="23"/>
                  <a:pt x="0" y="14"/>
                </a:cubicBezTo>
                <a:cubicBezTo>
                  <a:pt x="0" y="6"/>
                  <a:pt x="6" y="0"/>
                  <a:pt x="14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22" y="0"/>
                  <a:pt x="29" y="6"/>
                  <a:pt x="29" y="14"/>
                </a:cubicBezTo>
                <a:cubicBezTo>
                  <a:pt x="29" y="23"/>
                  <a:pt x="22" y="29"/>
                  <a:pt x="14" y="29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0" name="Freeform 261">
            <a:extLst>
              <a:ext uri="{FF2B5EF4-FFF2-40B4-BE49-F238E27FC236}">
                <a16:creationId xmlns:a16="http://schemas.microsoft.com/office/drawing/2014/main" id="{7D63170F-1040-FA13-972E-8155DE1F1D66}"/>
              </a:ext>
            </a:extLst>
          </p:cNvPr>
          <p:cNvSpPr>
            <a:spLocks/>
          </p:cNvSpPr>
          <p:nvPr/>
        </p:nvSpPr>
        <p:spPr bwMode="auto">
          <a:xfrm>
            <a:off x="7731126" y="4600575"/>
            <a:ext cx="46038" cy="46038"/>
          </a:xfrm>
          <a:custGeom>
            <a:avLst/>
            <a:gdLst>
              <a:gd name="T0" fmla="*/ 15 w 29"/>
              <a:gd name="T1" fmla="*/ 29 h 29"/>
              <a:gd name="T2" fmla="*/ 0 w 29"/>
              <a:gd name="T3" fmla="*/ 14 h 29"/>
              <a:gd name="T4" fmla="*/ 15 w 29"/>
              <a:gd name="T5" fmla="*/ 0 h 29"/>
              <a:gd name="T6" fmla="*/ 15 w 29"/>
              <a:gd name="T7" fmla="*/ 0 h 29"/>
              <a:gd name="T8" fmla="*/ 29 w 29"/>
              <a:gd name="T9" fmla="*/ 14 h 29"/>
              <a:gd name="T10" fmla="*/ 15 w 29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" h="29">
                <a:moveTo>
                  <a:pt x="15" y="29"/>
                </a:moveTo>
                <a:cubicBezTo>
                  <a:pt x="7" y="29"/>
                  <a:pt x="0" y="23"/>
                  <a:pt x="0" y="14"/>
                </a:cubicBezTo>
                <a:cubicBezTo>
                  <a:pt x="0" y="6"/>
                  <a:pt x="7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23" y="0"/>
                  <a:pt x="29" y="6"/>
                  <a:pt x="29" y="14"/>
                </a:cubicBezTo>
                <a:cubicBezTo>
                  <a:pt x="29" y="23"/>
                  <a:pt x="23" y="29"/>
                  <a:pt x="15" y="29"/>
                </a:cubicBezTo>
              </a:path>
            </a:pathLst>
          </a:custGeom>
          <a:solidFill>
            <a:schemeClr val="bg1">
              <a:lumMod val="5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1" name="Freeform 262">
            <a:extLst>
              <a:ext uri="{FF2B5EF4-FFF2-40B4-BE49-F238E27FC236}">
                <a16:creationId xmlns:a16="http://schemas.microsoft.com/office/drawing/2014/main" id="{50771E59-87F7-F6D7-FCC1-E910FDDBC475}"/>
              </a:ext>
            </a:extLst>
          </p:cNvPr>
          <p:cNvSpPr>
            <a:spLocks/>
          </p:cNvSpPr>
          <p:nvPr/>
        </p:nvSpPr>
        <p:spPr bwMode="auto">
          <a:xfrm>
            <a:off x="7213601" y="4587875"/>
            <a:ext cx="166688" cy="71438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2" name="Line 263">
            <a:extLst>
              <a:ext uri="{FF2B5EF4-FFF2-40B4-BE49-F238E27FC236}">
                <a16:creationId xmlns:a16="http://schemas.microsoft.com/office/drawing/2014/main" id="{C249027B-0F0F-6975-136D-DFACEF852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863" y="4622800"/>
            <a:ext cx="127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3" name="Line 264">
            <a:extLst>
              <a:ext uri="{FF2B5EF4-FFF2-40B4-BE49-F238E27FC236}">
                <a16:creationId xmlns:a16="http://schemas.microsoft.com/office/drawing/2014/main" id="{25F1F637-8DAF-F320-1312-91C0A3FBE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451" y="4622800"/>
            <a:ext cx="34925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4" name="Line 265">
            <a:extLst>
              <a:ext uri="{FF2B5EF4-FFF2-40B4-BE49-F238E27FC236}">
                <a16:creationId xmlns:a16="http://schemas.microsoft.com/office/drawing/2014/main" id="{829AB54E-CE43-273E-73BA-F6F2B851BC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67701" y="4135438"/>
            <a:ext cx="0" cy="48736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5" name="Line 266">
            <a:extLst>
              <a:ext uri="{FF2B5EF4-FFF2-40B4-BE49-F238E27FC236}">
                <a16:creationId xmlns:a16="http://schemas.microsoft.com/office/drawing/2014/main" id="{D534E8BD-E22C-B44E-4B47-BE61F78820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9501" y="3705225"/>
            <a:ext cx="0" cy="808038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6" name="Line 267">
            <a:extLst>
              <a:ext uri="{FF2B5EF4-FFF2-40B4-BE49-F238E27FC236}">
                <a16:creationId xmlns:a16="http://schemas.microsoft.com/office/drawing/2014/main" id="{51FEBF43-2D96-855B-5F77-008D3A1A74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29501" y="3705225"/>
            <a:ext cx="133350" cy="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7" name="Line 268">
            <a:extLst>
              <a:ext uri="{FF2B5EF4-FFF2-40B4-BE49-F238E27FC236}">
                <a16:creationId xmlns:a16="http://schemas.microsoft.com/office/drawing/2014/main" id="{0F8B0F2F-802E-2522-E4B6-36DFEE1B98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29501" y="4000500"/>
            <a:ext cx="133350" cy="0"/>
          </a:xfrm>
          <a:prstGeom prst="line">
            <a:avLst/>
          </a:prstGeom>
          <a:noFill/>
          <a:ln w="12700" cap="rnd">
            <a:solidFill>
              <a:srgbClr val="E648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8" name="Line 269">
            <a:extLst>
              <a:ext uri="{FF2B5EF4-FFF2-40B4-BE49-F238E27FC236}">
                <a16:creationId xmlns:a16="http://schemas.microsoft.com/office/drawing/2014/main" id="{95A9488F-C1F5-721A-4DA5-174A1C96D2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29501" y="3408363"/>
            <a:ext cx="133350" cy="0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9" name="Line 270">
            <a:extLst>
              <a:ext uri="{FF2B5EF4-FFF2-40B4-BE49-F238E27FC236}">
                <a16:creationId xmlns:a16="http://schemas.microsoft.com/office/drawing/2014/main" id="{1FE305D9-14FF-5344-F620-A49EBD8728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9501" y="2935288"/>
            <a:ext cx="0" cy="473075"/>
          </a:xfrm>
          <a:prstGeom prst="line">
            <a:avLst/>
          </a:prstGeom>
          <a:noFill/>
          <a:ln w="12700" cap="rnd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0" name="Freeform 271">
            <a:extLst>
              <a:ext uri="{FF2B5EF4-FFF2-40B4-BE49-F238E27FC236}">
                <a16:creationId xmlns:a16="http://schemas.microsoft.com/office/drawing/2014/main" id="{D5F16E1F-F50A-AF8A-BB2F-6A294C44DF79}"/>
              </a:ext>
            </a:extLst>
          </p:cNvPr>
          <p:cNvSpPr>
            <a:spLocks/>
          </p:cNvSpPr>
          <p:nvPr/>
        </p:nvSpPr>
        <p:spPr bwMode="auto">
          <a:xfrm>
            <a:off x="8104188" y="3373438"/>
            <a:ext cx="68263" cy="69850"/>
          </a:xfrm>
          <a:prstGeom prst="rightArrow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1" name="Freeform 272">
            <a:extLst>
              <a:ext uri="{FF2B5EF4-FFF2-40B4-BE49-F238E27FC236}">
                <a16:creationId xmlns:a16="http://schemas.microsoft.com/office/drawing/2014/main" id="{24555E22-8815-0579-FE34-62E0D2FD16C3}"/>
              </a:ext>
            </a:extLst>
          </p:cNvPr>
          <p:cNvSpPr>
            <a:spLocks/>
          </p:cNvSpPr>
          <p:nvPr/>
        </p:nvSpPr>
        <p:spPr bwMode="auto">
          <a:xfrm>
            <a:off x="8104188" y="3670300"/>
            <a:ext cx="68263" cy="69850"/>
          </a:xfrm>
          <a:prstGeom prst="rightArrow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2" name="Freeform 273">
            <a:extLst>
              <a:ext uri="{FF2B5EF4-FFF2-40B4-BE49-F238E27FC236}">
                <a16:creationId xmlns:a16="http://schemas.microsoft.com/office/drawing/2014/main" id="{255002ED-3BCD-49A5-216C-2A0A6272BD32}"/>
              </a:ext>
            </a:extLst>
          </p:cNvPr>
          <p:cNvSpPr>
            <a:spLocks/>
          </p:cNvSpPr>
          <p:nvPr/>
        </p:nvSpPr>
        <p:spPr bwMode="auto">
          <a:xfrm>
            <a:off x="8104188" y="3967163"/>
            <a:ext cx="68263" cy="69850"/>
          </a:xfrm>
          <a:prstGeom prst="rightArrow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3" name="Freeform 274">
            <a:extLst>
              <a:ext uri="{FF2B5EF4-FFF2-40B4-BE49-F238E27FC236}">
                <a16:creationId xmlns:a16="http://schemas.microsoft.com/office/drawing/2014/main" id="{E77521CD-FC00-2B7A-7AD7-C4A51202D846}"/>
              </a:ext>
            </a:extLst>
          </p:cNvPr>
          <p:cNvSpPr>
            <a:spLocks/>
          </p:cNvSpPr>
          <p:nvPr/>
        </p:nvSpPr>
        <p:spPr bwMode="auto">
          <a:xfrm>
            <a:off x="8353426" y="2401888"/>
            <a:ext cx="469900" cy="192088"/>
          </a:xfrm>
          <a:custGeom>
            <a:avLst/>
            <a:gdLst>
              <a:gd name="T0" fmla="*/ 0 w 490"/>
              <a:gd name="T1" fmla="*/ 164 h 200"/>
              <a:gd name="T2" fmla="*/ 36 w 490"/>
              <a:gd name="T3" fmla="*/ 200 h 200"/>
              <a:gd name="T4" fmla="*/ 454 w 490"/>
              <a:gd name="T5" fmla="*/ 200 h 200"/>
              <a:gd name="T6" fmla="*/ 490 w 490"/>
              <a:gd name="T7" fmla="*/ 164 h 200"/>
              <a:gd name="T8" fmla="*/ 490 w 490"/>
              <a:gd name="T9" fmla="*/ 164 h 200"/>
              <a:gd name="T10" fmla="*/ 490 w 490"/>
              <a:gd name="T11" fmla="*/ 37 h 200"/>
              <a:gd name="T12" fmla="*/ 454 w 490"/>
              <a:gd name="T13" fmla="*/ 0 h 200"/>
              <a:gd name="T14" fmla="*/ 36 w 490"/>
              <a:gd name="T15" fmla="*/ 0 h 200"/>
              <a:gd name="T16" fmla="*/ 0 w 490"/>
              <a:gd name="T17" fmla="*/ 37 h 200"/>
              <a:gd name="T18" fmla="*/ 0 w 490"/>
              <a:gd name="T19" fmla="*/ 37 h 200"/>
              <a:gd name="T20" fmla="*/ 0 w 490"/>
              <a:gd name="T21" fmla="*/ 16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90" h="200">
                <a:moveTo>
                  <a:pt x="0" y="164"/>
                </a:moveTo>
                <a:cubicBezTo>
                  <a:pt x="0" y="184"/>
                  <a:pt x="16" y="200"/>
                  <a:pt x="36" y="200"/>
                </a:cubicBezTo>
                <a:lnTo>
                  <a:pt x="454" y="200"/>
                </a:lnTo>
                <a:cubicBezTo>
                  <a:pt x="474" y="200"/>
                  <a:pt x="490" y="184"/>
                  <a:pt x="490" y="164"/>
                </a:cubicBezTo>
                <a:lnTo>
                  <a:pt x="490" y="164"/>
                </a:lnTo>
                <a:lnTo>
                  <a:pt x="490" y="37"/>
                </a:lnTo>
                <a:cubicBezTo>
                  <a:pt x="490" y="17"/>
                  <a:pt x="474" y="0"/>
                  <a:pt x="454" y="0"/>
                </a:cubicBezTo>
                <a:lnTo>
                  <a:pt x="36" y="0"/>
                </a:lnTo>
                <a:cubicBezTo>
                  <a:pt x="16" y="0"/>
                  <a:pt x="0" y="17"/>
                  <a:pt x="0" y="37"/>
                </a:cubicBezTo>
                <a:lnTo>
                  <a:pt x="0" y="37"/>
                </a:lnTo>
                <a:lnTo>
                  <a:pt x="0" y="164"/>
                </a:lnTo>
              </a:path>
            </a:pathLst>
          </a:custGeom>
          <a:solidFill>
            <a:srgbClr val="9CD68C"/>
          </a:solidFill>
          <a:ln w="12700" cap="rnd">
            <a:solidFill>
              <a:srgbClr val="0070C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4" name="Rectangle 275">
            <a:extLst>
              <a:ext uri="{FF2B5EF4-FFF2-40B4-BE49-F238E27FC236}">
                <a16:creationId xmlns:a16="http://schemas.microsoft.com/office/drawing/2014/main" id="{96D2A3A7-2345-950A-F6AB-856B3F0F3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751" y="2201863"/>
            <a:ext cx="511175" cy="593725"/>
          </a:xfrm>
          <a:prstGeom prst="rect">
            <a:avLst/>
          </a:prstGeom>
          <a:solidFill>
            <a:srgbClr val="727B72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" name="Freeform 276">
            <a:extLst>
              <a:ext uri="{FF2B5EF4-FFF2-40B4-BE49-F238E27FC236}">
                <a16:creationId xmlns:a16="http://schemas.microsoft.com/office/drawing/2014/main" id="{006009D6-80D1-4CC0-7DCE-D21E5EA63CF1}"/>
              </a:ext>
            </a:extLst>
          </p:cNvPr>
          <p:cNvSpPr>
            <a:spLocks/>
          </p:cNvSpPr>
          <p:nvPr/>
        </p:nvSpPr>
        <p:spPr bwMode="auto">
          <a:xfrm>
            <a:off x="8823326" y="2463800"/>
            <a:ext cx="98425" cy="69850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6" name="Freeform 277">
            <a:extLst>
              <a:ext uri="{FF2B5EF4-FFF2-40B4-BE49-F238E27FC236}">
                <a16:creationId xmlns:a16="http://schemas.microsoft.com/office/drawing/2014/main" id="{17931C9B-3CAB-C4CB-9B21-98FE6A1AE831}"/>
              </a:ext>
            </a:extLst>
          </p:cNvPr>
          <p:cNvSpPr>
            <a:spLocks/>
          </p:cNvSpPr>
          <p:nvPr/>
        </p:nvSpPr>
        <p:spPr bwMode="auto">
          <a:xfrm>
            <a:off x="8353426" y="4741863"/>
            <a:ext cx="469900" cy="192088"/>
          </a:xfrm>
          <a:custGeom>
            <a:avLst/>
            <a:gdLst>
              <a:gd name="T0" fmla="*/ 0 w 490"/>
              <a:gd name="T1" fmla="*/ 164 h 200"/>
              <a:gd name="T2" fmla="*/ 36 w 490"/>
              <a:gd name="T3" fmla="*/ 200 h 200"/>
              <a:gd name="T4" fmla="*/ 454 w 490"/>
              <a:gd name="T5" fmla="*/ 200 h 200"/>
              <a:gd name="T6" fmla="*/ 490 w 490"/>
              <a:gd name="T7" fmla="*/ 164 h 200"/>
              <a:gd name="T8" fmla="*/ 490 w 490"/>
              <a:gd name="T9" fmla="*/ 164 h 200"/>
              <a:gd name="T10" fmla="*/ 490 w 490"/>
              <a:gd name="T11" fmla="*/ 37 h 200"/>
              <a:gd name="T12" fmla="*/ 454 w 490"/>
              <a:gd name="T13" fmla="*/ 0 h 200"/>
              <a:gd name="T14" fmla="*/ 454 w 490"/>
              <a:gd name="T15" fmla="*/ 0 h 200"/>
              <a:gd name="T16" fmla="*/ 36 w 490"/>
              <a:gd name="T17" fmla="*/ 0 h 200"/>
              <a:gd name="T18" fmla="*/ 0 w 490"/>
              <a:gd name="T19" fmla="*/ 37 h 200"/>
              <a:gd name="T20" fmla="*/ 0 w 490"/>
              <a:gd name="T21" fmla="*/ 37 h 200"/>
              <a:gd name="T22" fmla="*/ 0 w 490"/>
              <a:gd name="T23" fmla="*/ 16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90" h="200">
                <a:moveTo>
                  <a:pt x="0" y="164"/>
                </a:moveTo>
                <a:cubicBezTo>
                  <a:pt x="0" y="184"/>
                  <a:pt x="16" y="200"/>
                  <a:pt x="36" y="200"/>
                </a:cubicBezTo>
                <a:lnTo>
                  <a:pt x="454" y="200"/>
                </a:lnTo>
                <a:cubicBezTo>
                  <a:pt x="474" y="200"/>
                  <a:pt x="490" y="184"/>
                  <a:pt x="490" y="164"/>
                </a:cubicBezTo>
                <a:lnTo>
                  <a:pt x="490" y="164"/>
                </a:lnTo>
                <a:lnTo>
                  <a:pt x="490" y="37"/>
                </a:lnTo>
                <a:cubicBezTo>
                  <a:pt x="490" y="17"/>
                  <a:pt x="474" y="0"/>
                  <a:pt x="454" y="0"/>
                </a:cubicBezTo>
                <a:lnTo>
                  <a:pt x="454" y="0"/>
                </a:lnTo>
                <a:lnTo>
                  <a:pt x="36" y="0"/>
                </a:lnTo>
                <a:cubicBezTo>
                  <a:pt x="16" y="0"/>
                  <a:pt x="0" y="17"/>
                  <a:pt x="0" y="37"/>
                </a:cubicBezTo>
                <a:lnTo>
                  <a:pt x="0" y="37"/>
                </a:lnTo>
                <a:lnTo>
                  <a:pt x="0" y="164"/>
                </a:lnTo>
              </a:path>
            </a:pathLst>
          </a:custGeom>
          <a:solidFill>
            <a:srgbClr val="91CBEE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7" name="Rectangle 278">
            <a:extLst>
              <a:ext uri="{FF2B5EF4-FFF2-40B4-BE49-F238E27FC236}">
                <a16:creationId xmlns:a16="http://schemas.microsoft.com/office/drawing/2014/main" id="{11959FAB-BB3E-4364-5360-0175B0A28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751" y="4541838"/>
            <a:ext cx="511175" cy="593725"/>
          </a:xfrm>
          <a:prstGeom prst="rect">
            <a:avLst/>
          </a:prstGeom>
          <a:solidFill>
            <a:srgbClr val="727B72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8" name="Freeform 279">
            <a:extLst>
              <a:ext uri="{FF2B5EF4-FFF2-40B4-BE49-F238E27FC236}">
                <a16:creationId xmlns:a16="http://schemas.microsoft.com/office/drawing/2014/main" id="{DCEF41FB-FF58-7B64-53E5-B5AC09756710}"/>
              </a:ext>
            </a:extLst>
          </p:cNvPr>
          <p:cNvSpPr>
            <a:spLocks/>
          </p:cNvSpPr>
          <p:nvPr/>
        </p:nvSpPr>
        <p:spPr bwMode="auto">
          <a:xfrm>
            <a:off x="8823326" y="4803775"/>
            <a:ext cx="98425" cy="69850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9" name="Line 280">
            <a:extLst>
              <a:ext uri="{FF2B5EF4-FFF2-40B4-BE49-F238E27FC236}">
                <a16:creationId xmlns:a16="http://schemas.microsoft.com/office/drawing/2014/main" id="{28C588F5-57A2-D361-9514-1CE960064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8376" y="2593975"/>
            <a:ext cx="0" cy="214788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 type="triangle"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0" name="Line 281">
            <a:extLst>
              <a:ext uri="{FF2B5EF4-FFF2-40B4-BE49-F238E27FC236}">
                <a16:creationId xmlns:a16="http://schemas.microsoft.com/office/drawing/2014/main" id="{C1990FA3-9F36-C096-7DDD-50E76F67C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8188" y="3698875"/>
            <a:ext cx="230188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1" name="Freeform 282">
            <a:extLst>
              <a:ext uri="{FF2B5EF4-FFF2-40B4-BE49-F238E27FC236}">
                <a16:creationId xmlns:a16="http://schemas.microsoft.com/office/drawing/2014/main" id="{E541A7A2-8285-99DE-9077-DDA8ABFA9714}"/>
              </a:ext>
            </a:extLst>
          </p:cNvPr>
          <p:cNvSpPr>
            <a:spLocks/>
          </p:cNvSpPr>
          <p:nvPr/>
        </p:nvSpPr>
        <p:spPr bwMode="auto">
          <a:xfrm>
            <a:off x="9686926" y="2171700"/>
            <a:ext cx="274638" cy="1166813"/>
          </a:xfrm>
          <a:custGeom>
            <a:avLst/>
            <a:gdLst>
              <a:gd name="T0" fmla="*/ 0 w 287"/>
              <a:gd name="T1" fmla="*/ 1168 h 1213"/>
              <a:gd name="T2" fmla="*/ 45 w 287"/>
              <a:gd name="T3" fmla="*/ 1213 h 1213"/>
              <a:gd name="T4" fmla="*/ 45 w 287"/>
              <a:gd name="T5" fmla="*/ 1213 h 1213"/>
              <a:gd name="T6" fmla="*/ 242 w 287"/>
              <a:gd name="T7" fmla="*/ 1213 h 1213"/>
              <a:gd name="T8" fmla="*/ 287 w 287"/>
              <a:gd name="T9" fmla="*/ 1168 h 1213"/>
              <a:gd name="T10" fmla="*/ 287 w 287"/>
              <a:gd name="T11" fmla="*/ 46 h 1213"/>
              <a:gd name="T12" fmla="*/ 242 w 287"/>
              <a:gd name="T13" fmla="*/ 0 h 1213"/>
              <a:gd name="T14" fmla="*/ 45 w 287"/>
              <a:gd name="T15" fmla="*/ 0 h 1213"/>
              <a:gd name="T16" fmla="*/ 0 w 287"/>
              <a:gd name="T17" fmla="*/ 46 h 1213"/>
              <a:gd name="T18" fmla="*/ 0 w 287"/>
              <a:gd name="T19" fmla="*/ 46 h 1213"/>
              <a:gd name="T20" fmla="*/ 0 w 287"/>
              <a:gd name="T21" fmla="*/ 1168 h 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87" h="1213">
                <a:moveTo>
                  <a:pt x="0" y="1168"/>
                </a:moveTo>
                <a:cubicBezTo>
                  <a:pt x="0" y="1193"/>
                  <a:pt x="20" y="1213"/>
                  <a:pt x="45" y="1213"/>
                </a:cubicBezTo>
                <a:lnTo>
                  <a:pt x="45" y="1213"/>
                </a:lnTo>
                <a:lnTo>
                  <a:pt x="242" y="1213"/>
                </a:lnTo>
                <a:cubicBezTo>
                  <a:pt x="267" y="1213"/>
                  <a:pt x="287" y="1193"/>
                  <a:pt x="287" y="1168"/>
                </a:cubicBezTo>
                <a:lnTo>
                  <a:pt x="287" y="46"/>
                </a:lnTo>
                <a:cubicBezTo>
                  <a:pt x="287" y="21"/>
                  <a:pt x="267" y="0"/>
                  <a:pt x="242" y="0"/>
                </a:cubicBezTo>
                <a:lnTo>
                  <a:pt x="45" y="0"/>
                </a:lnTo>
                <a:cubicBezTo>
                  <a:pt x="20" y="0"/>
                  <a:pt x="0" y="21"/>
                  <a:pt x="0" y="46"/>
                </a:cubicBezTo>
                <a:lnTo>
                  <a:pt x="0" y="46"/>
                </a:lnTo>
                <a:lnTo>
                  <a:pt x="0" y="1168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2" name="Freeform 283">
            <a:extLst>
              <a:ext uri="{FF2B5EF4-FFF2-40B4-BE49-F238E27FC236}">
                <a16:creationId xmlns:a16="http://schemas.microsoft.com/office/drawing/2014/main" id="{C9E65122-4247-0ABB-DEA0-A50477AFB081}"/>
              </a:ext>
            </a:extLst>
          </p:cNvPr>
          <p:cNvSpPr>
            <a:spLocks/>
          </p:cNvSpPr>
          <p:nvPr/>
        </p:nvSpPr>
        <p:spPr bwMode="auto">
          <a:xfrm>
            <a:off x="9464676" y="2611438"/>
            <a:ext cx="173038" cy="139700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3" name="Freeform 284">
            <a:extLst>
              <a:ext uri="{FF2B5EF4-FFF2-40B4-BE49-F238E27FC236}">
                <a16:creationId xmlns:a16="http://schemas.microsoft.com/office/drawing/2014/main" id="{6A6C87C5-EF57-527F-77D7-F72787B5F31C}"/>
              </a:ext>
            </a:extLst>
          </p:cNvPr>
          <p:cNvSpPr>
            <a:spLocks/>
          </p:cNvSpPr>
          <p:nvPr/>
        </p:nvSpPr>
        <p:spPr bwMode="auto">
          <a:xfrm>
            <a:off x="10072688" y="2646363"/>
            <a:ext cx="217488" cy="93663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4" name="Freeform 285">
            <a:extLst>
              <a:ext uri="{FF2B5EF4-FFF2-40B4-BE49-F238E27FC236}">
                <a16:creationId xmlns:a16="http://schemas.microsoft.com/office/drawing/2014/main" id="{F0C2887C-0399-28F0-3E0B-E874FB24E7F2}"/>
              </a:ext>
            </a:extLst>
          </p:cNvPr>
          <p:cNvSpPr>
            <a:spLocks/>
          </p:cNvSpPr>
          <p:nvPr/>
        </p:nvSpPr>
        <p:spPr bwMode="auto">
          <a:xfrm>
            <a:off x="10380663" y="2373313"/>
            <a:ext cx="127000" cy="128588"/>
          </a:xfrm>
          <a:custGeom>
            <a:avLst/>
            <a:gdLst>
              <a:gd name="T0" fmla="*/ 0 w 80"/>
              <a:gd name="T1" fmla="*/ 41 h 81"/>
              <a:gd name="T2" fmla="*/ 40 w 80"/>
              <a:gd name="T3" fmla="*/ 0 h 81"/>
              <a:gd name="T4" fmla="*/ 80 w 80"/>
              <a:gd name="T5" fmla="*/ 41 h 81"/>
              <a:gd name="T6" fmla="*/ 80 w 80"/>
              <a:gd name="T7" fmla="*/ 41 h 81"/>
              <a:gd name="T8" fmla="*/ 40 w 80"/>
              <a:gd name="T9" fmla="*/ 81 h 81"/>
              <a:gd name="T10" fmla="*/ 0 w 80"/>
              <a:gd name="T11" fmla="*/ 4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" h="81">
                <a:moveTo>
                  <a:pt x="0" y="41"/>
                </a:moveTo>
                <a:cubicBezTo>
                  <a:pt x="0" y="18"/>
                  <a:pt x="18" y="0"/>
                  <a:pt x="40" y="0"/>
                </a:cubicBezTo>
                <a:cubicBezTo>
                  <a:pt x="62" y="0"/>
                  <a:pt x="80" y="18"/>
                  <a:pt x="80" y="41"/>
                </a:cubicBezTo>
                <a:cubicBezTo>
                  <a:pt x="80" y="41"/>
                  <a:pt x="80" y="41"/>
                  <a:pt x="80" y="41"/>
                </a:cubicBezTo>
                <a:cubicBezTo>
                  <a:pt x="80" y="62"/>
                  <a:pt x="62" y="81"/>
                  <a:pt x="40" y="81"/>
                </a:cubicBezTo>
                <a:cubicBezTo>
                  <a:pt x="18" y="81"/>
                  <a:pt x="0" y="62"/>
                  <a:pt x="0" y="41"/>
                </a:cubicBezTo>
              </a:path>
            </a:pathLst>
          </a:custGeom>
          <a:solidFill>
            <a:srgbClr val="BFE6B9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5" name="Freeform 286">
            <a:extLst>
              <a:ext uri="{FF2B5EF4-FFF2-40B4-BE49-F238E27FC236}">
                <a16:creationId xmlns:a16="http://schemas.microsoft.com/office/drawing/2014/main" id="{53C707D5-15FE-1AF3-A9BE-2F4388AB88BD}"/>
              </a:ext>
            </a:extLst>
          </p:cNvPr>
          <p:cNvSpPr>
            <a:spLocks/>
          </p:cNvSpPr>
          <p:nvPr/>
        </p:nvSpPr>
        <p:spPr bwMode="auto">
          <a:xfrm>
            <a:off x="10380663" y="2625725"/>
            <a:ext cx="127000" cy="128588"/>
          </a:xfrm>
          <a:custGeom>
            <a:avLst/>
            <a:gdLst>
              <a:gd name="T0" fmla="*/ 0 w 80"/>
              <a:gd name="T1" fmla="*/ 41 h 81"/>
              <a:gd name="T2" fmla="*/ 40 w 80"/>
              <a:gd name="T3" fmla="*/ 0 h 81"/>
              <a:gd name="T4" fmla="*/ 80 w 80"/>
              <a:gd name="T5" fmla="*/ 41 h 81"/>
              <a:gd name="T6" fmla="*/ 80 w 80"/>
              <a:gd name="T7" fmla="*/ 41 h 81"/>
              <a:gd name="T8" fmla="*/ 40 w 80"/>
              <a:gd name="T9" fmla="*/ 81 h 81"/>
              <a:gd name="T10" fmla="*/ 0 w 80"/>
              <a:gd name="T11" fmla="*/ 41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" h="81">
                <a:moveTo>
                  <a:pt x="0" y="41"/>
                </a:moveTo>
                <a:cubicBezTo>
                  <a:pt x="0" y="18"/>
                  <a:pt x="18" y="0"/>
                  <a:pt x="40" y="0"/>
                </a:cubicBezTo>
                <a:cubicBezTo>
                  <a:pt x="62" y="0"/>
                  <a:pt x="80" y="18"/>
                  <a:pt x="80" y="41"/>
                </a:cubicBezTo>
                <a:cubicBezTo>
                  <a:pt x="80" y="41"/>
                  <a:pt x="80" y="41"/>
                  <a:pt x="80" y="41"/>
                </a:cubicBezTo>
                <a:cubicBezTo>
                  <a:pt x="80" y="63"/>
                  <a:pt x="62" y="81"/>
                  <a:pt x="40" y="81"/>
                </a:cubicBezTo>
                <a:cubicBezTo>
                  <a:pt x="18" y="81"/>
                  <a:pt x="0" y="63"/>
                  <a:pt x="0" y="41"/>
                </a:cubicBezTo>
              </a:path>
            </a:pathLst>
          </a:custGeom>
          <a:solidFill>
            <a:srgbClr val="BFE6B9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6" name="Freeform 287">
            <a:extLst>
              <a:ext uri="{FF2B5EF4-FFF2-40B4-BE49-F238E27FC236}">
                <a16:creationId xmlns:a16="http://schemas.microsoft.com/office/drawing/2014/main" id="{C3D7592D-DC89-B0F0-307B-A33073825711}"/>
              </a:ext>
            </a:extLst>
          </p:cNvPr>
          <p:cNvSpPr>
            <a:spLocks/>
          </p:cNvSpPr>
          <p:nvPr/>
        </p:nvSpPr>
        <p:spPr bwMode="auto">
          <a:xfrm>
            <a:off x="10380663" y="2879725"/>
            <a:ext cx="127000" cy="127000"/>
          </a:xfrm>
          <a:custGeom>
            <a:avLst/>
            <a:gdLst>
              <a:gd name="T0" fmla="*/ 0 w 80"/>
              <a:gd name="T1" fmla="*/ 40 h 80"/>
              <a:gd name="T2" fmla="*/ 40 w 80"/>
              <a:gd name="T3" fmla="*/ 0 h 80"/>
              <a:gd name="T4" fmla="*/ 80 w 80"/>
              <a:gd name="T5" fmla="*/ 40 h 80"/>
              <a:gd name="T6" fmla="*/ 80 w 80"/>
              <a:gd name="T7" fmla="*/ 40 h 80"/>
              <a:gd name="T8" fmla="*/ 40 w 80"/>
              <a:gd name="T9" fmla="*/ 80 h 80"/>
              <a:gd name="T10" fmla="*/ 0 w 80"/>
              <a:gd name="T11" fmla="*/ 4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" h="80">
                <a:moveTo>
                  <a:pt x="0" y="40"/>
                </a:moveTo>
                <a:cubicBezTo>
                  <a:pt x="0" y="18"/>
                  <a:pt x="18" y="0"/>
                  <a:pt x="40" y="0"/>
                </a:cubicBezTo>
                <a:cubicBezTo>
                  <a:pt x="62" y="0"/>
                  <a:pt x="80" y="18"/>
                  <a:pt x="80" y="40"/>
                </a:cubicBezTo>
                <a:cubicBezTo>
                  <a:pt x="80" y="40"/>
                  <a:pt x="80" y="40"/>
                  <a:pt x="80" y="40"/>
                </a:cubicBezTo>
                <a:cubicBezTo>
                  <a:pt x="80" y="62"/>
                  <a:pt x="62" y="80"/>
                  <a:pt x="40" y="80"/>
                </a:cubicBezTo>
                <a:cubicBezTo>
                  <a:pt x="18" y="80"/>
                  <a:pt x="0" y="62"/>
                  <a:pt x="0" y="40"/>
                </a:cubicBezTo>
              </a:path>
            </a:pathLst>
          </a:custGeom>
          <a:solidFill>
            <a:srgbClr val="BFE6B9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7" name="Freeform 288">
            <a:extLst>
              <a:ext uri="{FF2B5EF4-FFF2-40B4-BE49-F238E27FC236}">
                <a16:creationId xmlns:a16="http://schemas.microsoft.com/office/drawing/2014/main" id="{272137A2-CB7D-E5D3-8908-26953632E0AC}"/>
              </a:ext>
            </a:extLst>
          </p:cNvPr>
          <p:cNvSpPr>
            <a:spLocks/>
          </p:cNvSpPr>
          <p:nvPr/>
        </p:nvSpPr>
        <p:spPr bwMode="auto">
          <a:xfrm>
            <a:off x="10793413" y="2274888"/>
            <a:ext cx="74613" cy="74613"/>
          </a:xfrm>
          <a:custGeom>
            <a:avLst/>
            <a:gdLst>
              <a:gd name="T0" fmla="*/ 0 w 47"/>
              <a:gd name="T1" fmla="*/ 24 h 47"/>
              <a:gd name="T2" fmla="*/ 23 w 47"/>
              <a:gd name="T3" fmla="*/ 0 h 47"/>
              <a:gd name="T4" fmla="*/ 47 w 47"/>
              <a:gd name="T5" fmla="*/ 24 h 47"/>
              <a:gd name="T6" fmla="*/ 47 w 47"/>
              <a:gd name="T7" fmla="*/ 24 h 47"/>
              <a:gd name="T8" fmla="*/ 23 w 47"/>
              <a:gd name="T9" fmla="*/ 47 h 47"/>
              <a:gd name="T10" fmla="*/ 0 w 47"/>
              <a:gd name="T11" fmla="*/ 24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47">
                <a:moveTo>
                  <a:pt x="0" y="24"/>
                </a:moveTo>
                <a:cubicBezTo>
                  <a:pt x="0" y="11"/>
                  <a:pt x="10" y="0"/>
                  <a:pt x="23" y="0"/>
                </a:cubicBezTo>
                <a:cubicBezTo>
                  <a:pt x="36" y="0"/>
                  <a:pt x="47" y="11"/>
                  <a:pt x="47" y="24"/>
                </a:cubicBezTo>
                <a:cubicBezTo>
                  <a:pt x="47" y="24"/>
                  <a:pt x="47" y="24"/>
                  <a:pt x="47" y="24"/>
                </a:cubicBezTo>
                <a:cubicBezTo>
                  <a:pt x="47" y="37"/>
                  <a:pt x="36" y="47"/>
                  <a:pt x="23" y="47"/>
                </a:cubicBezTo>
                <a:cubicBezTo>
                  <a:pt x="10" y="47"/>
                  <a:pt x="0" y="37"/>
                  <a:pt x="0" y="24"/>
                </a:cubicBezTo>
              </a:path>
            </a:pathLst>
          </a:custGeom>
          <a:solidFill>
            <a:srgbClr val="BFE6B9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8" name="Freeform 289">
            <a:extLst>
              <a:ext uri="{FF2B5EF4-FFF2-40B4-BE49-F238E27FC236}">
                <a16:creationId xmlns:a16="http://schemas.microsoft.com/office/drawing/2014/main" id="{024B6E92-665C-C7B3-DA4A-028A8252CD7C}"/>
              </a:ext>
            </a:extLst>
          </p:cNvPr>
          <p:cNvSpPr>
            <a:spLocks/>
          </p:cNvSpPr>
          <p:nvPr/>
        </p:nvSpPr>
        <p:spPr bwMode="auto">
          <a:xfrm>
            <a:off x="10793413" y="2478088"/>
            <a:ext cx="74613" cy="76200"/>
          </a:xfrm>
          <a:custGeom>
            <a:avLst/>
            <a:gdLst>
              <a:gd name="T0" fmla="*/ 0 w 47"/>
              <a:gd name="T1" fmla="*/ 24 h 48"/>
              <a:gd name="T2" fmla="*/ 23 w 47"/>
              <a:gd name="T3" fmla="*/ 0 h 48"/>
              <a:gd name="T4" fmla="*/ 47 w 47"/>
              <a:gd name="T5" fmla="*/ 24 h 48"/>
              <a:gd name="T6" fmla="*/ 47 w 47"/>
              <a:gd name="T7" fmla="*/ 24 h 48"/>
              <a:gd name="T8" fmla="*/ 23 w 47"/>
              <a:gd name="T9" fmla="*/ 48 h 48"/>
              <a:gd name="T10" fmla="*/ 0 w 47"/>
              <a:gd name="T11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48">
                <a:moveTo>
                  <a:pt x="0" y="24"/>
                </a:moveTo>
                <a:cubicBezTo>
                  <a:pt x="0" y="11"/>
                  <a:pt x="10" y="0"/>
                  <a:pt x="23" y="0"/>
                </a:cubicBezTo>
                <a:cubicBezTo>
                  <a:pt x="36" y="0"/>
                  <a:pt x="47" y="11"/>
                  <a:pt x="47" y="24"/>
                </a:cubicBezTo>
                <a:cubicBezTo>
                  <a:pt x="47" y="24"/>
                  <a:pt x="47" y="24"/>
                  <a:pt x="47" y="24"/>
                </a:cubicBezTo>
                <a:cubicBezTo>
                  <a:pt x="47" y="37"/>
                  <a:pt x="36" y="48"/>
                  <a:pt x="23" y="48"/>
                </a:cubicBezTo>
                <a:cubicBezTo>
                  <a:pt x="10" y="48"/>
                  <a:pt x="0" y="37"/>
                  <a:pt x="0" y="24"/>
                </a:cubicBezTo>
              </a:path>
            </a:pathLst>
          </a:custGeom>
          <a:solidFill>
            <a:srgbClr val="BFE6B9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9" name="Freeform 290">
            <a:extLst>
              <a:ext uri="{FF2B5EF4-FFF2-40B4-BE49-F238E27FC236}">
                <a16:creationId xmlns:a16="http://schemas.microsoft.com/office/drawing/2014/main" id="{E25D447E-1F02-BC58-8BBA-2641444F5057}"/>
              </a:ext>
            </a:extLst>
          </p:cNvPr>
          <p:cNvSpPr>
            <a:spLocks/>
          </p:cNvSpPr>
          <p:nvPr/>
        </p:nvSpPr>
        <p:spPr bwMode="auto">
          <a:xfrm>
            <a:off x="10793413" y="2652713"/>
            <a:ext cx="74613" cy="76200"/>
          </a:xfrm>
          <a:custGeom>
            <a:avLst/>
            <a:gdLst>
              <a:gd name="T0" fmla="*/ 0 w 47"/>
              <a:gd name="T1" fmla="*/ 24 h 48"/>
              <a:gd name="T2" fmla="*/ 23 w 47"/>
              <a:gd name="T3" fmla="*/ 0 h 48"/>
              <a:gd name="T4" fmla="*/ 47 w 47"/>
              <a:gd name="T5" fmla="*/ 24 h 48"/>
              <a:gd name="T6" fmla="*/ 47 w 47"/>
              <a:gd name="T7" fmla="*/ 24 h 48"/>
              <a:gd name="T8" fmla="*/ 23 w 47"/>
              <a:gd name="T9" fmla="*/ 48 h 48"/>
              <a:gd name="T10" fmla="*/ 0 w 47"/>
              <a:gd name="T11" fmla="*/ 2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48">
                <a:moveTo>
                  <a:pt x="0" y="24"/>
                </a:moveTo>
                <a:cubicBezTo>
                  <a:pt x="0" y="11"/>
                  <a:pt x="10" y="0"/>
                  <a:pt x="23" y="0"/>
                </a:cubicBezTo>
                <a:cubicBezTo>
                  <a:pt x="36" y="0"/>
                  <a:pt x="47" y="11"/>
                  <a:pt x="47" y="24"/>
                </a:cubicBezTo>
                <a:cubicBezTo>
                  <a:pt x="47" y="24"/>
                  <a:pt x="47" y="24"/>
                  <a:pt x="47" y="24"/>
                </a:cubicBezTo>
                <a:cubicBezTo>
                  <a:pt x="47" y="37"/>
                  <a:pt x="36" y="48"/>
                  <a:pt x="23" y="48"/>
                </a:cubicBezTo>
                <a:cubicBezTo>
                  <a:pt x="10" y="48"/>
                  <a:pt x="0" y="37"/>
                  <a:pt x="0" y="24"/>
                </a:cubicBezTo>
              </a:path>
            </a:pathLst>
          </a:custGeom>
          <a:solidFill>
            <a:srgbClr val="BFE6B9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0" name="Freeform 291">
            <a:extLst>
              <a:ext uri="{FF2B5EF4-FFF2-40B4-BE49-F238E27FC236}">
                <a16:creationId xmlns:a16="http://schemas.microsoft.com/office/drawing/2014/main" id="{2A05ABE2-01A6-8AF3-554E-C2D530ACF3F3}"/>
              </a:ext>
            </a:extLst>
          </p:cNvPr>
          <p:cNvSpPr>
            <a:spLocks/>
          </p:cNvSpPr>
          <p:nvPr/>
        </p:nvSpPr>
        <p:spPr bwMode="auto">
          <a:xfrm>
            <a:off x="10793413" y="2833688"/>
            <a:ext cx="74613" cy="74613"/>
          </a:xfrm>
          <a:custGeom>
            <a:avLst/>
            <a:gdLst>
              <a:gd name="T0" fmla="*/ 0 w 47"/>
              <a:gd name="T1" fmla="*/ 23 h 47"/>
              <a:gd name="T2" fmla="*/ 23 w 47"/>
              <a:gd name="T3" fmla="*/ 0 h 47"/>
              <a:gd name="T4" fmla="*/ 47 w 47"/>
              <a:gd name="T5" fmla="*/ 23 h 47"/>
              <a:gd name="T6" fmla="*/ 47 w 47"/>
              <a:gd name="T7" fmla="*/ 23 h 47"/>
              <a:gd name="T8" fmla="*/ 23 w 47"/>
              <a:gd name="T9" fmla="*/ 47 h 47"/>
              <a:gd name="T10" fmla="*/ 0 w 47"/>
              <a:gd name="T11" fmla="*/ 23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47">
                <a:moveTo>
                  <a:pt x="0" y="23"/>
                </a:moveTo>
                <a:cubicBezTo>
                  <a:pt x="0" y="10"/>
                  <a:pt x="10" y="0"/>
                  <a:pt x="23" y="0"/>
                </a:cubicBezTo>
                <a:cubicBezTo>
                  <a:pt x="36" y="0"/>
                  <a:pt x="47" y="10"/>
                  <a:pt x="47" y="23"/>
                </a:cubicBezTo>
                <a:cubicBezTo>
                  <a:pt x="47" y="23"/>
                  <a:pt x="47" y="23"/>
                  <a:pt x="47" y="23"/>
                </a:cubicBezTo>
                <a:cubicBezTo>
                  <a:pt x="47" y="36"/>
                  <a:pt x="36" y="47"/>
                  <a:pt x="23" y="47"/>
                </a:cubicBezTo>
                <a:cubicBezTo>
                  <a:pt x="10" y="47"/>
                  <a:pt x="0" y="36"/>
                  <a:pt x="0" y="23"/>
                </a:cubicBezTo>
              </a:path>
            </a:pathLst>
          </a:custGeom>
          <a:solidFill>
            <a:srgbClr val="BFE6B9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1" name="Freeform 292">
            <a:extLst>
              <a:ext uri="{FF2B5EF4-FFF2-40B4-BE49-F238E27FC236}">
                <a16:creationId xmlns:a16="http://schemas.microsoft.com/office/drawing/2014/main" id="{C5ACCFAE-04AC-439B-4434-C6D774803FDC}"/>
              </a:ext>
            </a:extLst>
          </p:cNvPr>
          <p:cNvSpPr>
            <a:spLocks/>
          </p:cNvSpPr>
          <p:nvPr/>
        </p:nvSpPr>
        <p:spPr bwMode="auto">
          <a:xfrm>
            <a:off x="10793413" y="3001963"/>
            <a:ext cx="74613" cy="74613"/>
          </a:xfrm>
          <a:custGeom>
            <a:avLst/>
            <a:gdLst>
              <a:gd name="T0" fmla="*/ 0 w 47"/>
              <a:gd name="T1" fmla="*/ 23 h 47"/>
              <a:gd name="T2" fmla="*/ 23 w 47"/>
              <a:gd name="T3" fmla="*/ 0 h 47"/>
              <a:gd name="T4" fmla="*/ 47 w 47"/>
              <a:gd name="T5" fmla="*/ 23 h 47"/>
              <a:gd name="T6" fmla="*/ 47 w 47"/>
              <a:gd name="T7" fmla="*/ 23 h 47"/>
              <a:gd name="T8" fmla="*/ 23 w 47"/>
              <a:gd name="T9" fmla="*/ 47 h 47"/>
              <a:gd name="T10" fmla="*/ 0 w 47"/>
              <a:gd name="T11" fmla="*/ 23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47">
                <a:moveTo>
                  <a:pt x="0" y="23"/>
                </a:moveTo>
                <a:cubicBezTo>
                  <a:pt x="0" y="10"/>
                  <a:pt x="10" y="0"/>
                  <a:pt x="23" y="0"/>
                </a:cubicBezTo>
                <a:cubicBezTo>
                  <a:pt x="36" y="0"/>
                  <a:pt x="47" y="10"/>
                  <a:pt x="47" y="23"/>
                </a:cubicBezTo>
                <a:cubicBezTo>
                  <a:pt x="47" y="23"/>
                  <a:pt x="47" y="23"/>
                  <a:pt x="47" y="23"/>
                </a:cubicBezTo>
                <a:cubicBezTo>
                  <a:pt x="47" y="36"/>
                  <a:pt x="36" y="47"/>
                  <a:pt x="23" y="47"/>
                </a:cubicBezTo>
                <a:cubicBezTo>
                  <a:pt x="10" y="47"/>
                  <a:pt x="0" y="36"/>
                  <a:pt x="0" y="23"/>
                </a:cubicBezTo>
              </a:path>
            </a:pathLst>
          </a:custGeom>
          <a:solidFill>
            <a:srgbClr val="BFE6B9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2" name="Freeform 293">
            <a:extLst>
              <a:ext uri="{FF2B5EF4-FFF2-40B4-BE49-F238E27FC236}">
                <a16:creationId xmlns:a16="http://schemas.microsoft.com/office/drawing/2014/main" id="{6A9D08F3-FD39-50DB-F05E-50379BD14D44}"/>
              </a:ext>
            </a:extLst>
          </p:cNvPr>
          <p:cNvSpPr>
            <a:spLocks/>
          </p:cNvSpPr>
          <p:nvPr/>
        </p:nvSpPr>
        <p:spPr bwMode="auto">
          <a:xfrm>
            <a:off x="11031538" y="2562225"/>
            <a:ext cx="255588" cy="255588"/>
          </a:xfrm>
          <a:custGeom>
            <a:avLst/>
            <a:gdLst>
              <a:gd name="T0" fmla="*/ 0 w 161"/>
              <a:gd name="T1" fmla="*/ 81 h 161"/>
              <a:gd name="T2" fmla="*/ 80 w 161"/>
              <a:gd name="T3" fmla="*/ 0 h 161"/>
              <a:gd name="T4" fmla="*/ 161 w 161"/>
              <a:gd name="T5" fmla="*/ 81 h 161"/>
              <a:gd name="T6" fmla="*/ 161 w 161"/>
              <a:gd name="T7" fmla="*/ 81 h 161"/>
              <a:gd name="T8" fmla="*/ 80 w 161"/>
              <a:gd name="T9" fmla="*/ 161 h 161"/>
              <a:gd name="T10" fmla="*/ 0 w 161"/>
              <a:gd name="T11" fmla="*/ 8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1" h="161">
                <a:moveTo>
                  <a:pt x="0" y="81"/>
                </a:move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1" y="36"/>
                  <a:pt x="161" y="81"/>
                </a:cubicBezTo>
                <a:cubicBezTo>
                  <a:pt x="161" y="81"/>
                  <a:pt x="161" y="81"/>
                  <a:pt x="161" y="81"/>
                </a:cubicBezTo>
                <a:cubicBezTo>
                  <a:pt x="161" y="125"/>
                  <a:pt x="124" y="161"/>
                  <a:pt x="80" y="161"/>
                </a:cubicBezTo>
                <a:cubicBezTo>
                  <a:pt x="36" y="161"/>
                  <a:pt x="0" y="125"/>
                  <a:pt x="0" y="81"/>
                </a:cubicBezTo>
              </a:path>
            </a:pathLst>
          </a:custGeom>
          <a:solidFill>
            <a:srgbClr val="FFD7D6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3" name="Rectangle 294">
            <a:extLst>
              <a:ext uri="{FF2B5EF4-FFF2-40B4-BE49-F238E27FC236}">
                <a16:creationId xmlns:a16="http://schemas.microsoft.com/office/drawing/2014/main" id="{EC07447A-6178-8DB1-83BF-2A22E24CA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6663" y="2511425"/>
            <a:ext cx="301625" cy="358775"/>
          </a:xfrm>
          <a:prstGeom prst="rect">
            <a:avLst/>
          </a:prstGeom>
          <a:solidFill>
            <a:srgbClr val="F7F7F7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4" name="Line 295">
            <a:extLst>
              <a:ext uri="{FF2B5EF4-FFF2-40B4-BE49-F238E27FC236}">
                <a16:creationId xmlns:a16="http://schemas.microsoft.com/office/drawing/2014/main" id="{B134BCA4-22E7-3D7B-38A3-B77151F34D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7663" y="2312988"/>
            <a:ext cx="285750" cy="1254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5" name="Line 296">
            <a:extLst>
              <a:ext uri="{FF2B5EF4-FFF2-40B4-BE49-F238E27FC236}">
                <a16:creationId xmlns:a16="http://schemas.microsoft.com/office/drawing/2014/main" id="{F4B7E144-4FC7-EBBE-2C0E-5581F2E32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2438400"/>
            <a:ext cx="285750" cy="7778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6" name="Line 297">
            <a:extLst>
              <a:ext uri="{FF2B5EF4-FFF2-40B4-BE49-F238E27FC236}">
                <a16:creationId xmlns:a16="http://schemas.microsoft.com/office/drawing/2014/main" id="{E5727F6F-5011-16AE-B54A-95711CCBC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2438400"/>
            <a:ext cx="285750" cy="2524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7" name="Line 298">
            <a:extLst>
              <a:ext uri="{FF2B5EF4-FFF2-40B4-BE49-F238E27FC236}">
                <a16:creationId xmlns:a16="http://schemas.microsoft.com/office/drawing/2014/main" id="{5B7B13B2-D31F-EE29-07E6-74B3069EC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2438400"/>
            <a:ext cx="285750" cy="43180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8" name="Line 299">
            <a:extLst>
              <a:ext uri="{FF2B5EF4-FFF2-40B4-BE49-F238E27FC236}">
                <a16:creationId xmlns:a16="http://schemas.microsoft.com/office/drawing/2014/main" id="{0B33C702-FD4E-EDED-9A60-B83D9B611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2438400"/>
            <a:ext cx="285750" cy="60007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9" name="Line 300">
            <a:extLst>
              <a:ext uri="{FF2B5EF4-FFF2-40B4-BE49-F238E27FC236}">
                <a16:creationId xmlns:a16="http://schemas.microsoft.com/office/drawing/2014/main" id="{E0A77FF1-E096-8732-ACC6-7361686D6C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7663" y="2312988"/>
            <a:ext cx="285750" cy="37782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0" name="Line 301">
            <a:extLst>
              <a:ext uri="{FF2B5EF4-FFF2-40B4-BE49-F238E27FC236}">
                <a16:creationId xmlns:a16="http://schemas.microsoft.com/office/drawing/2014/main" id="{429D8A02-D90C-2A0C-23AB-171D2B27E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287126" y="2690813"/>
            <a:ext cx="109538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1" name="Line 302">
            <a:extLst>
              <a:ext uri="{FF2B5EF4-FFF2-40B4-BE49-F238E27FC236}">
                <a16:creationId xmlns:a16="http://schemas.microsoft.com/office/drawing/2014/main" id="{3B1F760A-4A7B-21A6-7FC9-BD00F13F7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2690813"/>
            <a:ext cx="285750" cy="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2" name="Line 303">
            <a:extLst>
              <a:ext uri="{FF2B5EF4-FFF2-40B4-BE49-F238E27FC236}">
                <a16:creationId xmlns:a16="http://schemas.microsoft.com/office/drawing/2014/main" id="{F0E00CD2-6638-ABFC-1443-C37B259B68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2690813"/>
            <a:ext cx="285750" cy="34766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3" name="Line 304">
            <a:extLst>
              <a:ext uri="{FF2B5EF4-FFF2-40B4-BE49-F238E27FC236}">
                <a16:creationId xmlns:a16="http://schemas.microsoft.com/office/drawing/2014/main" id="{A329302D-6580-687F-C362-5558DC90C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2690813"/>
            <a:ext cx="285750" cy="17938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4" name="Line 305">
            <a:extLst>
              <a:ext uri="{FF2B5EF4-FFF2-40B4-BE49-F238E27FC236}">
                <a16:creationId xmlns:a16="http://schemas.microsoft.com/office/drawing/2014/main" id="{5AFB1D1D-CA98-D9D9-69A2-1DBFBD89B0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7663" y="2516188"/>
            <a:ext cx="285750" cy="17462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5" name="Line 306">
            <a:extLst>
              <a:ext uri="{FF2B5EF4-FFF2-40B4-BE49-F238E27FC236}">
                <a16:creationId xmlns:a16="http://schemas.microsoft.com/office/drawing/2014/main" id="{48BC4294-C5F7-22D7-C7E7-64A2E352C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2943225"/>
            <a:ext cx="285750" cy="952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6" name="Line 307">
            <a:extLst>
              <a:ext uri="{FF2B5EF4-FFF2-40B4-BE49-F238E27FC236}">
                <a16:creationId xmlns:a16="http://schemas.microsoft.com/office/drawing/2014/main" id="{543D51A1-6314-763F-99BB-D27B81AA73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7663" y="2870200"/>
            <a:ext cx="285750" cy="7302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7" name="Line 308">
            <a:extLst>
              <a:ext uri="{FF2B5EF4-FFF2-40B4-BE49-F238E27FC236}">
                <a16:creationId xmlns:a16="http://schemas.microsoft.com/office/drawing/2014/main" id="{348B6B3F-FD58-A2F0-83D6-0D0D61C72F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7663" y="2690813"/>
            <a:ext cx="285750" cy="2524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8" name="Line 309">
            <a:extLst>
              <a:ext uri="{FF2B5EF4-FFF2-40B4-BE49-F238E27FC236}">
                <a16:creationId xmlns:a16="http://schemas.microsoft.com/office/drawing/2014/main" id="{3AE0E369-DDAC-CE3D-BA8C-813958E9D1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7663" y="2516188"/>
            <a:ext cx="285750" cy="42703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9" name="Line 310">
            <a:extLst>
              <a:ext uri="{FF2B5EF4-FFF2-40B4-BE49-F238E27FC236}">
                <a16:creationId xmlns:a16="http://schemas.microsoft.com/office/drawing/2014/main" id="{F88608A2-A319-D8EC-CAE4-28FE79520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7663" y="2312988"/>
            <a:ext cx="285750" cy="63023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0" name="Line 311">
            <a:extLst>
              <a:ext uri="{FF2B5EF4-FFF2-40B4-BE49-F238E27FC236}">
                <a16:creationId xmlns:a16="http://schemas.microsoft.com/office/drawing/2014/main" id="{88F2BAEC-F984-93C1-E1EC-CC23A78D0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68026" y="2312988"/>
            <a:ext cx="163513" cy="37782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1" name="Line 312">
            <a:extLst>
              <a:ext uri="{FF2B5EF4-FFF2-40B4-BE49-F238E27FC236}">
                <a16:creationId xmlns:a16="http://schemas.microsoft.com/office/drawing/2014/main" id="{9452A500-2DD1-8BF0-C6ED-A6A9331A3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68026" y="2516188"/>
            <a:ext cx="163513" cy="17462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2" name="Line 313">
            <a:extLst>
              <a:ext uri="{FF2B5EF4-FFF2-40B4-BE49-F238E27FC236}">
                <a16:creationId xmlns:a16="http://schemas.microsoft.com/office/drawing/2014/main" id="{65949143-159D-BD88-A82F-FE3A963AC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68026" y="2690813"/>
            <a:ext cx="163513" cy="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3" name="Line 314">
            <a:extLst>
              <a:ext uri="{FF2B5EF4-FFF2-40B4-BE49-F238E27FC236}">
                <a16:creationId xmlns:a16="http://schemas.microsoft.com/office/drawing/2014/main" id="{CB627C4E-37D0-422B-5B5A-BA011DFDF5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68026" y="2690813"/>
            <a:ext cx="163513" cy="17938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4" name="Line 315">
            <a:extLst>
              <a:ext uri="{FF2B5EF4-FFF2-40B4-BE49-F238E27FC236}">
                <a16:creationId xmlns:a16="http://schemas.microsoft.com/office/drawing/2014/main" id="{F95AECE6-6BB9-6BB0-70E2-B96A41ED34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68026" y="2690813"/>
            <a:ext cx="163513" cy="34766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5" name="Line 316">
            <a:extLst>
              <a:ext uri="{FF2B5EF4-FFF2-40B4-BE49-F238E27FC236}">
                <a16:creationId xmlns:a16="http://schemas.microsoft.com/office/drawing/2014/main" id="{A6772B4E-CC11-1DB0-A1F7-1DB2B1892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20363" y="3722688"/>
            <a:ext cx="215900" cy="825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6" name="Line 317">
            <a:extLst>
              <a:ext uri="{FF2B5EF4-FFF2-40B4-BE49-F238E27FC236}">
                <a16:creationId xmlns:a16="http://schemas.microsoft.com/office/drawing/2014/main" id="{6165F6B6-C5F1-E150-E930-F655D6D30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36263" y="3805238"/>
            <a:ext cx="20638" cy="20796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7" name="Line 318">
            <a:extLst>
              <a:ext uri="{FF2B5EF4-FFF2-40B4-BE49-F238E27FC236}">
                <a16:creationId xmlns:a16="http://schemas.microsoft.com/office/drawing/2014/main" id="{0EF0C6E0-6C65-F934-D452-45E75EAF0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201" y="3862388"/>
            <a:ext cx="20638" cy="20320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8" name="Line 319">
            <a:extLst>
              <a:ext uri="{FF2B5EF4-FFF2-40B4-BE49-F238E27FC236}">
                <a16:creationId xmlns:a16="http://schemas.microsoft.com/office/drawing/2014/main" id="{36C5EBB8-A6BB-5F8F-9D7F-C067851A7A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63201" y="3722688"/>
            <a:ext cx="157163" cy="13970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9" name="Line 320">
            <a:extLst>
              <a:ext uri="{FF2B5EF4-FFF2-40B4-BE49-F238E27FC236}">
                <a16:creationId xmlns:a16="http://schemas.microsoft.com/office/drawing/2014/main" id="{B8F3627E-172B-3CA4-1B33-631A82362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83838" y="4065588"/>
            <a:ext cx="222250" cy="8096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0" name="Line 321">
            <a:extLst>
              <a:ext uri="{FF2B5EF4-FFF2-40B4-BE49-F238E27FC236}">
                <a16:creationId xmlns:a16="http://schemas.microsoft.com/office/drawing/2014/main" id="{934CEB02-9123-2CCD-A40D-F3C21D644E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06088" y="4013200"/>
            <a:ext cx="150813" cy="1333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1" name="Line 322">
            <a:extLst>
              <a:ext uri="{FF2B5EF4-FFF2-40B4-BE49-F238E27FC236}">
                <a16:creationId xmlns:a16="http://schemas.microsoft.com/office/drawing/2014/main" id="{31E26458-AE00-6C90-B509-31BB96BCB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56901" y="4013200"/>
            <a:ext cx="207963" cy="7937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2" name="Line 323">
            <a:extLst>
              <a:ext uri="{FF2B5EF4-FFF2-40B4-BE49-F238E27FC236}">
                <a16:creationId xmlns:a16="http://schemas.microsoft.com/office/drawing/2014/main" id="{D2495546-14BD-6630-E6DD-6CD6D93EF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4863" y="4092575"/>
            <a:ext cx="71438" cy="20637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3" name="Line 324">
            <a:extLst>
              <a:ext uri="{FF2B5EF4-FFF2-40B4-BE49-F238E27FC236}">
                <a16:creationId xmlns:a16="http://schemas.microsoft.com/office/drawing/2014/main" id="{FA9FB08C-9EEF-1505-E4DF-E1BA6B491D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893426" y="4298950"/>
            <a:ext cx="142875" cy="14128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4" name="Line 325">
            <a:extLst>
              <a:ext uri="{FF2B5EF4-FFF2-40B4-BE49-F238E27FC236}">
                <a16:creationId xmlns:a16="http://schemas.microsoft.com/office/drawing/2014/main" id="{77AF0619-06FD-AAFF-C4CD-EC4F71EE6D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675938" y="4356100"/>
            <a:ext cx="217488" cy="84138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5" name="Line 326">
            <a:extLst>
              <a:ext uri="{FF2B5EF4-FFF2-40B4-BE49-F238E27FC236}">
                <a16:creationId xmlns:a16="http://schemas.microsoft.com/office/drawing/2014/main" id="{BB1C26DF-158E-F1FE-2893-6A5985BB6D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606088" y="4146550"/>
            <a:ext cx="69850" cy="20955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6" name="Line 327">
            <a:extLst>
              <a:ext uri="{FF2B5EF4-FFF2-40B4-BE49-F238E27FC236}">
                <a16:creationId xmlns:a16="http://schemas.microsoft.com/office/drawing/2014/main" id="{664EADA7-4B88-F14D-FB83-C93E1CCDBF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36238" y="4356100"/>
            <a:ext cx="139700" cy="136525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7" name="Line 328">
            <a:extLst>
              <a:ext uri="{FF2B5EF4-FFF2-40B4-BE49-F238E27FC236}">
                <a16:creationId xmlns:a16="http://schemas.microsoft.com/office/drawing/2014/main" id="{D635CB6A-D0CC-C2C5-CF50-FFBF4A652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6238" y="4492625"/>
            <a:ext cx="11113" cy="1889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8" name="Line 329">
            <a:extLst>
              <a:ext uri="{FF2B5EF4-FFF2-40B4-BE49-F238E27FC236}">
                <a16:creationId xmlns:a16="http://schemas.microsoft.com/office/drawing/2014/main" id="{92FCBDCC-B1E3-A567-C114-472F7FF03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47351" y="4681538"/>
            <a:ext cx="233363" cy="1000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9" name="Line 330">
            <a:extLst>
              <a:ext uri="{FF2B5EF4-FFF2-40B4-BE49-F238E27FC236}">
                <a16:creationId xmlns:a16="http://schemas.microsoft.com/office/drawing/2014/main" id="{FF8F9B6C-08C6-014F-2960-A47D01F515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80713" y="4643438"/>
            <a:ext cx="136525" cy="138113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0" name="Line 331">
            <a:extLst>
              <a:ext uri="{FF2B5EF4-FFF2-40B4-BE49-F238E27FC236}">
                <a16:creationId xmlns:a16="http://schemas.microsoft.com/office/drawing/2014/main" id="{FACD8351-35EF-8827-8FC6-8AEFACE34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93426" y="4440238"/>
            <a:ext cx="23813" cy="203200"/>
          </a:xfrm>
          <a:prstGeom prst="line">
            <a:avLst/>
          </a:prstGeom>
          <a:noFill/>
          <a:ln w="12700" cap="rnd">
            <a:solidFill>
              <a:srgbClr val="1473D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1" name="Line 332">
            <a:extLst>
              <a:ext uri="{FF2B5EF4-FFF2-40B4-BE49-F238E27FC236}">
                <a16:creationId xmlns:a16="http://schemas.microsoft.com/office/drawing/2014/main" id="{639ACFA5-93C7-CC9A-FF8B-1C2370910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68026" y="4475163"/>
            <a:ext cx="19050" cy="1603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2" name="Line 333">
            <a:extLst>
              <a:ext uri="{FF2B5EF4-FFF2-40B4-BE49-F238E27FC236}">
                <a16:creationId xmlns:a16="http://schemas.microsoft.com/office/drawing/2014/main" id="{2AD684F1-1ECE-5983-4CA6-D114090DB9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61638" y="4400550"/>
            <a:ext cx="111125" cy="1095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3" name="Line 334">
            <a:extLst>
              <a:ext uri="{FF2B5EF4-FFF2-40B4-BE49-F238E27FC236}">
                <a16:creationId xmlns:a16="http://schemas.microsoft.com/office/drawing/2014/main" id="{C801847C-5DCF-2263-6859-5510F0CDE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88626" y="4664075"/>
            <a:ext cx="174625" cy="74613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6" name="Freeform 337">
            <a:extLst>
              <a:ext uri="{FF2B5EF4-FFF2-40B4-BE49-F238E27FC236}">
                <a16:creationId xmlns:a16="http://schemas.microsoft.com/office/drawing/2014/main" id="{36ACB29C-203D-B7B5-F272-04E696A3FB20}"/>
              </a:ext>
            </a:extLst>
          </p:cNvPr>
          <p:cNvSpPr>
            <a:spLocks/>
          </p:cNvSpPr>
          <p:nvPr/>
        </p:nvSpPr>
        <p:spPr bwMode="auto">
          <a:xfrm>
            <a:off x="10502901" y="4460875"/>
            <a:ext cx="65088" cy="63500"/>
          </a:xfrm>
          <a:custGeom>
            <a:avLst/>
            <a:gdLst>
              <a:gd name="T0" fmla="*/ 0 w 41"/>
              <a:gd name="T1" fmla="*/ 20 h 40"/>
              <a:gd name="T2" fmla="*/ 21 w 41"/>
              <a:gd name="T3" fmla="*/ 0 h 40"/>
              <a:gd name="T4" fmla="*/ 41 w 41"/>
              <a:gd name="T5" fmla="*/ 20 h 40"/>
              <a:gd name="T6" fmla="*/ 41 w 41"/>
              <a:gd name="T7" fmla="*/ 20 h 40"/>
              <a:gd name="T8" fmla="*/ 21 w 41"/>
              <a:gd name="T9" fmla="*/ 40 h 40"/>
              <a:gd name="T10" fmla="*/ 0 w 41"/>
              <a:gd name="T11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" h="40">
                <a:moveTo>
                  <a:pt x="0" y="20"/>
                </a:move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0"/>
                </a:cubicBezTo>
                <a:cubicBezTo>
                  <a:pt x="41" y="20"/>
                  <a:pt x="41" y="20"/>
                  <a:pt x="41" y="20"/>
                </a:cubicBezTo>
                <a:cubicBezTo>
                  <a:pt x="41" y="31"/>
                  <a:pt x="32" y="40"/>
                  <a:pt x="21" y="40"/>
                </a:cubicBezTo>
                <a:cubicBezTo>
                  <a:pt x="10" y="40"/>
                  <a:pt x="0" y="31"/>
                  <a:pt x="0" y="20"/>
                </a:cubicBezTo>
              </a:path>
            </a:pathLst>
          </a:custGeom>
          <a:solidFill>
            <a:srgbClr val="E75300"/>
          </a:solidFill>
          <a:ln w="12700" cap="rnd">
            <a:noFill/>
            <a:prstDash val="solid"/>
            <a:round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7" name="Freeform 338">
            <a:extLst>
              <a:ext uri="{FF2B5EF4-FFF2-40B4-BE49-F238E27FC236}">
                <a16:creationId xmlns:a16="http://schemas.microsoft.com/office/drawing/2014/main" id="{FC25FFA0-4EEE-F401-966A-DC8580022EC3}"/>
              </a:ext>
            </a:extLst>
          </p:cNvPr>
          <p:cNvSpPr>
            <a:spLocks/>
          </p:cNvSpPr>
          <p:nvPr/>
        </p:nvSpPr>
        <p:spPr bwMode="auto">
          <a:xfrm>
            <a:off x="10861676" y="4408488"/>
            <a:ext cx="61913" cy="65088"/>
          </a:xfrm>
          <a:custGeom>
            <a:avLst/>
            <a:gdLst>
              <a:gd name="T0" fmla="*/ 0 w 39"/>
              <a:gd name="T1" fmla="*/ 20 h 41"/>
              <a:gd name="T2" fmla="*/ 20 w 39"/>
              <a:gd name="T3" fmla="*/ 0 h 41"/>
              <a:gd name="T4" fmla="*/ 39 w 39"/>
              <a:gd name="T5" fmla="*/ 20 h 41"/>
              <a:gd name="T6" fmla="*/ 39 w 39"/>
              <a:gd name="T7" fmla="*/ 20 h 41"/>
              <a:gd name="T8" fmla="*/ 20 w 39"/>
              <a:gd name="T9" fmla="*/ 41 h 41"/>
              <a:gd name="T10" fmla="*/ 0 w 39"/>
              <a:gd name="T11" fmla="*/ 2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9" h="41">
                <a:moveTo>
                  <a:pt x="0" y="20"/>
                </a:moveTo>
                <a:cubicBezTo>
                  <a:pt x="0" y="9"/>
                  <a:pt x="9" y="0"/>
                  <a:pt x="20" y="0"/>
                </a:cubicBezTo>
                <a:cubicBezTo>
                  <a:pt x="30" y="0"/>
                  <a:pt x="39" y="9"/>
                  <a:pt x="39" y="20"/>
                </a:cubicBezTo>
                <a:cubicBezTo>
                  <a:pt x="39" y="20"/>
                  <a:pt x="39" y="20"/>
                  <a:pt x="39" y="20"/>
                </a:cubicBezTo>
                <a:cubicBezTo>
                  <a:pt x="39" y="32"/>
                  <a:pt x="30" y="41"/>
                  <a:pt x="20" y="41"/>
                </a:cubicBezTo>
                <a:cubicBezTo>
                  <a:pt x="9" y="41"/>
                  <a:pt x="0" y="32"/>
                  <a:pt x="0" y="20"/>
                </a:cubicBezTo>
              </a:path>
            </a:pathLst>
          </a:custGeom>
          <a:solidFill>
            <a:srgbClr val="E75300"/>
          </a:solidFill>
          <a:ln w="12700" cap="rnd">
            <a:noFill/>
            <a:prstDash val="solid"/>
            <a:round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8" name="Line 339">
            <a:extLst>
              <a:ext uri="{FF2B5EF4-FFF2-40B4-BE49-F238E27FC236}">
                <a16:creationId xmlns:a16="http://schemas.microsoft.com/office/drawing/2014/main" id="{D8373C88-5421-7641-3D6E-D00040C53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41026" y="4860925"/>
            <a:ext cx="0" cy="568325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9" name="Rectangle 340">
            <a:extLst>
              <a:ext uri="{FF2B5EF4-FFF2-40B4-BE49-F238E27FC236}">
                <a16:creationId xmlns:a16="http://schemas.microsoft.com/office/drawing/2014/main" id="{11EA9345-790B-E0CD-AEFB-5D0E93DBD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6276" y="5478463"/>
            <a:ext cx="2143125" cy="52388"/>
          </a:xfrm>
          <a:prstGeom prst="rect">
            <a:avLst/>
          </a:prstGeom>
          <a:solidFill>
            <a:srgbClr val="7B309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0" name="Freeform 341">
            <a:extLst>
              <a:ext uri="{FF2B5EF4-FFF2-40B4-BE49-F238E27FC236}">
                <a16:creationId xmlns:a16="http://schemas.microsoft.com/office/drawing/2014/main" id="{7FE678C8-8676-23AF-0BB7-2EA47295F0AC}"/>
              </a:ext>
            </a:extLst>
          </p:cNvPr>
          <p:cNvSpPr>
            <a:spLocks/>
          </p:cNvSpPr>
          <p:nvPr/>
        </p:nvSpPr>
        <p:spPr bwMode="auto">
          <a:xfrm>
            <a:off x="9467851" y="4803775"/>
            <a:ext cx="350838" cy="69850"/>
          </a:xfrm>
          <a:prstGeom prst="rightArrow">
            <a:avLst/>
          </a:prstGeom>
          <a:solidFill>
            <a:srgbClr val="7F7F7F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1" name="立方体 1340">
            <a:extLst>
              <a:ext uri="{FF2B5EF4-FFF2-40B4-BE49-F238E27FC236}">
                <a16:creationId xmlns:a16="http://schemas.microsoft.com/office/drawing/2014/main" id="{5B329FF1-5641-7629-1ADD-A7D2DF5CE337}"/>
              </a:ext>
            </a:extLst>
          </p:cNvPr>
          <p:cNvSpPr/>
          <p:nvPr/>
        </p:nvSpPr>
        <p:spPr>
          <a:xfrm>
            <a:off x="4338638" y="2100263"/>
            <a:ext cx="947738" cy="1362076"/>
          </a:xfrm>
          <a:prstGeom prst="cube">
            <a:avLst>
              <a:gd name="adj" fmla="val 41583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2" name="立方体 1341">
            <a:extLst>
              <a:ext uri="{FF2B5EF4-FFF2-40B4-BE49-F238E27FC236}">
                <a16:creationId xmlns:a16="http://schemas.microsoft.com/office/drawing/2014/main" id="{E1E76872-C177-1F72-EA64-2AD51400D31B}"/>
              </a:ext>
            </a:extLst>
          </p:cNvPr>
          <p:cNvSpPr/>
          <p:nvPr/>
        </p:nvSpPr>
        <p:spPr>
          <a:xfrm>
            <a:off x="4383883" y="2535238"/>
            <a:ext cx="109536" cy="665162"/>
          </a:xfrm>
          <a:prstGeom prst="cube">
            <a:avLst>
              <a:gd name="adj" fmla="val 41583"/>
            </a:avLst>
          </a:prstGeom>
          <a:solidFill>
            <a:srgbClr val="44B43C"/>
          </a:solidFill>
          <a:ln w="12700">
            <a:solidFill>
              <a:srgbClr val="147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3" name="立方体 1342">
            <a:extLst>
              <a:ext uri="{FF2B5EF4-FFF2-40B4-BE49-F238E27FC236}">
                <a16:creationId xmlns:a16="http://schemas.microsoft.com/office/drawing/2014/main" id="{A513F35D-F0B7-38B0-3804-443271E27BDE}"/>
              </a:ext>
            </a:extLst>
          </p:cNvPr>
          <p:cNvSpPr/>
          <p:nvPr/>
        </p:nvSpPr>
        <p:spPr>
          <a:xfrm>
            <a:off x="4652965" y="2580483"/>
            <a:ext cx="109536" cy="665162"/>
          </a:xfrm>
          <a:prstGeom prst="cube">
            <a:avLst>
              <a:gd name="adj" fmla="val 41583"/>
            </a:avLst>
          </a:prstGeom>
          <a:solidFill>
            <a:srgbClr val="44B43C"/>
          </a:solidFill>
          <a:ln w="12700">
            <a:solidFill>
              <a:srgbClr val="147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4" name="立方体 1343">
            <a:extLst>
              <a:ext uri="{FF2B5EF4-FFF2-40B4-BE49-F238E27FC236}">
                <a16:creationId xmlns:a16="http://schemas.microsoft.com/office/drawing/2014/main" id="{B4B8BA1E-E7E8-1D5A-38D1-6942FFF42A81}"/>
              </a:ext>
            </a:extLst>
          </p:cNvPr>
          <p:cNvSpPr/>
          <p:nvPr/>
        </p:nvSpPr>
        <p:spPr>
          <a:xfrm>
            <a:off x="4954589" y="2634459"/>
            <a:ext cx="109536" cy="665162"/>
          </a:xfrm>
          <a:prstGeom prst="cube">
            <a:avLst>
              <a:gd name="adj" fmla="val 41583"/>
            </a:avLst>
          </a:prstGeom>
          <a:solidFill>
            <a:srgbClr val="44B43C"/>
          </a:solidFill>
          <a:ln w="12700">
            <a:solidFill>
              <a:srgbClr val="147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5" name="立方体 1344">
            <a:extLst>
              <a:ext uri="{FF2B5EF4-FFF2-40B4-BE49-F238E27FC236}">
                <a16:creationId xmlns:a16="http://schemas.microsoft.com/office/drawing/2014/main" id="{A6EDCA72-FA62-E180-EDAB-383B7721EBAB}"/>
              </a:ext>
            </a:extLst>
          </p:cNvPr>
          <p:cNvSpPr/>
          <p:nvPr/>
        </p:nvSpPr>
        <p:spPr>
          <a:xfrm>
            <a:off x="2995615" y="2000250"/>
            <a:ext cx="947738" cy="1362076"/>
          </a:xfrm>
          <a:prstGeom prst="cube">
            <a:avLst>
              <a:gd name="adj" fmla="val 41583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6" name="立方体 1345">
            <a:extLst>
              <a:ext uri="{FF2B5EF4-FFF2-40B4-BE49-F238E27FC236}">
                <a16:creationId xmlns:a16="http://schemas.microsoft.com/office/drawing/2014/main" id="{70B8EB94-C3EC-5E6D-88DD-C1147972C2BA}"/>
              </a:ext>
            </a:extLst>
          </p:cNvPr>
          <p:cNvSpPr/>
          <p:nvPr/>
        </p:nvSpPr>
        <p:spPr>
          <a:xfrm>
            <a:off x="3070227" y="2505869"/>
            <a:ext cx="109536" cy="665162"/>
          </a:xfrm>
          <a:prstGeom prst="cube">
            <a:avLst>
              <a:gd name="adj" fmla="val 41583"/>
            </a:avLst>
          </a:prstGeom>
          <a:solidFill>
            <a:srgbClr val="44B43C"/>
          </a:solidFill>
          <a:ln w="12700">
            <a:solidFill>
              <a:srgbClr val="147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9" name="立方体 1348">
            <a:extLst>
              <a:ext uri="{FF2B5EF4-FFF2-40B4-BE49-F238E27FC236}">
                <a16:creationId xmlns:a16="http://schemas.microsoft.com/office/drawing/2014/main" id="{CF150632-8E64-D18F-160B-396D5BE12571}"/>
              </a:ext>
            </a:extLst>
          </p:cNvPr>
          <p:cNvSpPr/>
          <p:nvPr/>
        </p:nvSpPr>
        <p:spPr>
          <a:xfrm>
            <a:off x="3328199" y="2432051"/>
            <a:ext cx="109536" cy="665162"/>
          </a:xfrm>
          <a:prstGeom prst="cube">
            <a:avLst>
              <a:gd name="adj" fmla="val 41583"/>
            </a:avLst>
          </a:prstGeom>
          <a:solidFill>
            <a:srgbClr val="44B43C"/>
          </a:solidFill>
          <a:ln w="12700">
            <a:solidFill>
              <a:srgbClr val="147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0" name="立方体 1349">
            <a:extLst>
              <a:ext uri="{FF2B5EF4-FFF2-40B4-BE49-F238E27FC236}">
                <a16:creationId xmlns:a16="http://schemas.microsoft.com/office/drawing/2014/main" id="{4477A69E-D6B9-8B81-D7DF-07046D251C81}"/>
              </a:ext>
            </a:extLst>
          </p:cNvPr>
          <p:cNvSpPr/>
          <p:nvPr/>
        </p:nvSpPr>
        <p:spPr>
          <a:xfrm>
            <a:off x="3641727" y="2313782"/>
            <a:ext cx="109536" cy="665162"/>
          </a:xfrm>
          <a:prstGeom prst="cube">
            <a:avLst>
              <a:gd name="adj" fmla="val 41583"/>
            </a:avLst>
          </a:prstGeom>
          <a:solidFill>
            <a:srgbClr val="44B43C"/>
          </a:solidFill>
          <a:ln w="12700">
            <a:solidFill>
              <a:srgbClr val="147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1" name="圆柱体 1350">
            <a:extLst>
              <a:ext uri="{FF2B5EF4-FFF2-40B4-BE49-F238E27FC236}">
                <a16:creationId xmlns:a16="http://schemas.microsoft.com/office/drawing/2014/main" id="{C832EC75-C767-A6B4-E1B5-FC66F7DB2DDB}"/>
              </a:ext>
            </a:extLst>
          </p:cNvPr>
          <p:cNvSpPr/>
          <p:nvPr/>
        </p:nvSpPr>
        <p:spPr>
          <a:xfrm rot="5400000">
            <a:off x="6957616" y="2750743"/>
            <a:ext cx="333374" cy="153193"/>
          </a:xfrm>
          <a:prstGeom prst="can">
            <a:avLst/>
          </a:prstGeom>
          <a:solidFill>
            <a:srgbClr val="D6E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2" name="圆柱体 1351">
            <a:extLst>
              <a:ext uri="{FF2B5EF4-FFF2-40B4-BE49-F238E27FC236}">
                <a16:creationId xmlns:a16="http://schemas.microsoft.com/office/drawing/2014/main" id="{51732160-D28C-ECAD-628F-D713B5751112}"/>
              </a:ext>
            </a:extLst>
          </p:cNvPr>
          <p:cNvSpPr/>
          <p:nvPr/>
        </p:nvSpPr>
        <p:spPr>
          <a:xfrm rot="5400000">
            <a:off x="6957616" y="4546204"/>
            <a:ext cx="333374" cy="153193"/>
          </a:xfrm>
          <a:prstGeom prst="can">
            <a:avLst/>
          </a:prstGeom>
          <a:solidFill>
            <a:srgbClr val="D6E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3" name="Freeform 40">
            <a:extLst>
              <a:ext uri="{FF2B5EF4-FFF2-40B4-BE49-F238E27FC236}">
                <a16:creationId xmlns:a16="http://schemas.microsoft.com/office/drawing/2014/main" id="{D61128C1-334E-F899-8198-5715DEAADBF0}"/>
              </a:ext>
            </a:extLst>
          </p:cNvPr>
          <p:cNvSpPr>
            <a:spLocks/>
          </p:cNvSpPr>
          <p:nvPr/>
        </p:nvSpPr>
        <p:spPr bwMode="auto">
          <a:xfrm>
            <a:off x="4274345" y="4662488"/>
            <a:ext cx="651669" cy="69850"/>
          </a:xfrm>
          <a:prstGeom prst="rightArrow">
            <a:avLst/>
          </a:prstGeom>
          <a:solidFill>
            <a:srgbClr val="1473D0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1355" name="直接连接符 1354">
            <a:extLst>
              <a:ext uri="{FF2B5EF4-FFF2-40B4-BE49-F238E27FC236}">
                <a16:creationId xmlns:a16="http://schemas.microsoft.com/office/drawing/2014/main" id="{C7D52DAE-4CBB-FE78-9B16-1D2ABB435BD5}"/>
              </a:ext>
            </a:extLst>
          </p:cNvPr>
          <p:cNvCxnSpPr>
            <a:cxnSpLocks/>
          </p:cNvCxnSpPr>
          <p:nvPr/>
        </p:nvCxnSpPr>
        <p:spPr>
          <a:xfrm flipH="1">
            <a:off x="4997451" y="4731543"/>
            <a:ext cx="92075" cy="936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4" name="Freeform 335">
            <a:extLst>
              <a:ext uri="{FF2B5EF4-FFF2-40B4-BE49-F238E27FC236}">
                <a16:creationId xmlns:a16="http://schemas.microsoft.com/office/drawing/2014/main" id="{C2F680A5-948F-D294-554F-94441AD0F171}"/>
              </a:ext>
            </a:extLst>
          </p:cNvPr>
          <p:cNvSpPr>
            <a:spLocks/>
          </p:cNvSpPr>
          <p:nvPr/>
        </p:nvSpPr>
        <p:spPr bwMode="auto">
          <a:xfrm>
            <a:off x="10725151" y="3981450"/>
            <a:ext cx="63500" cy="63500"/>
          </a:xfrm>
          <a:custGeom>
            <a:avLst/>
            <a:gdLst>
              <a:gd name="T0" fmla="*/ 0 w 40"/>
              <a:gd name="T1" fmla="*/ 20 h 40"/>
              <a:gd name="T2" fmla="*/ 20 w 40"/>
              <a:gd name="T3" fmla="*/ 0 h 40"/>
              <a:gd name="T4" fmla="*/ 40 w 40"/>
              <a:gd name="T5" fmla="*/ 20 h 40"/>
              <a:gd name="T6" fmla="*/ 40 w 40"/>
              <a:gd name="T7" fmla="*/ 20 h 40"/>
              <a:gd name="T8" fmla="*/ 20 w 40"/>
              <a:gd name="T9" fmla="*/ 40 h 40"/>
              <a:gd name="T10" fmla="*/ 0 w 40"/>
              <a:gd name="T11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" h="40">
                <a:moveTo>
                  <a:pt x="0" y="20"/>
                </a:moveTo>
                <a:cubicBezTo>
                  <a:pt x="0" y="9"/>
                  <a:pt x="9" y="0"/>
                  <a:pt x="20" y="0"/>
                </a:cubicBezTo>
                <a:cubicBezTo>
                  <a:pt x="30" y="0"/>
                  <a:pt x="40" y="9"/>
                  <a:pt x="40" y="20"/>
                </a:cubicBezTo>
                <a:cubicBezTo>
                  <a:pt x="40" y="20"/>
                  <a:pt x="40" y="20"/>
                  <a:pt x="40" y="20"/>
                </a:cubicBezTo>
                <a:cubicBezTo>
                  <a:pt x="40" y="31"/>
                  <a:pt x="30" y="40"/>
                  <a:pt x="20" y="40"/>
                </a:cubicBezTo>
                <a:cubicBezTo>
                  <a:pt x="9" y="40"/>
                  <a:pt x="0" y="31"/>
                  <a:pt x="0" y="20"/>
                </a:cubicBezTo>
              </a:path>
            </a:pathLst>
          </a:custGeom>
          <a:solidFill>
            <a:srgbClr val="E75300"/>
          </a:solidFill>
          <a:ln w="12700" cap="rnd">
            <a:noFill/>
            <a:prstDash val="solid"/>
            <a:round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5" name="Freeform 336">
            <a:extLst>
              <a:ext uri="{FF2B5EF4-FFF2-40B4-BE49-F238E27FC236}">
                <a16:creationId xmlns:a16="http://schemas.microsoft.com/office/drawing/2014/main" id="{932D56CC-40AC-11E7-9831-0EAD8AE744B5}"/>
              </a:ext>
            </a:extLst>
          </p:cNvPr>
          <p:cNvSpPr>
            <a:spLocks/>
          </p:cNvSpPr>
          <p:nvPr/>
        </p:nvSpPr>
        <p:spPr bwMode="auto">
          <a:xfrm>
            <a:off x="10574338" y="4114800"/>
            <a:ext cx="63500" cy="63500"/>
          </a:xfrm>
          <a:custGeom>
            <a:avLst/>
            <a:gdLst>
              <a:gd name="T0" fmla="*/ 0 w 40"/>
              <a:gd name="T1" fmla="*/ 20 h 40"/>
              <a:gd name="T2" fmla="*/ 20 w 40"/>
              <a:gd name="T3" fmla="*/ 0 h 40"/>
              <a:gd name="T4" fmla="*/ 40 w 40"/>
              <a:gd name="T5" fmla="*/ 20 h 40"/>
              <a:gd name="T6" fmla="*/ 40 w 40"/>
              <a:gd name="T7" fmla="*/ 20 h 40"/>
              <a:gd name="T8" fmla="*/ 20 w 40"/>
              <a:gd name="T9" fmla="*/ 40 h 40"/>
              <a:gd name="T10" fmla="*/ 0 w 40"/>
              <a:gd name="T11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" h="40">
                <a:moveTo>
                  <a:pt x="0" y="20"/>
                </a:move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0" y="9"/>
                  <a:pt x="40" y="20"/>
                </a:cubicBezTo>
                <a:cubicBezTo>
                  <a:pt x="40" y="20"/>
                  <a:pt x="40" y="20"/>
                  <a:pt x="40" y="20"/>
                </a:cubicBezTo>
                <a:cubicBezTo>
                  <a:pt x="40" y="31"/>
                  <a:pt x="31" y="40"/>
                  <a:pt x="20" y="40"/>
                </a:cubicBezTo>
                <a:cubicBezTo>
                  <a:pt x="9" y="40"/>
                  <a:pt x="0" y="31"/>
                  <a:pt x="0" y="20"/>
                </a:cubicBezTo>
              </a:path>
            </a:pathLst>
          </a:custGeom>
          <a:solidFill>
            <a:srgbClr val="E75300"/>
          </a:solidFill>
          <a:ln w="12700" cap="rnd">
            <a:noFill/>
            <a:prstDash val="solid"/>
            <a:round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7" name="Freeform 52">
            <a:extLst>
              <a:ext uri="{FF2B5EF4-FFF2-40B4-BE49-F238E27FC236}">
                <a16:creationId xmlns:a16="http://schemas.microsoft.com/office/drawing/2014/main" id="{04CF3050-35EC-FCEF-D32F-A6D9893E9996}"/>
              </a:ext>
            </a:extLst>
          </p:cNvPr>
          <p:cNvSpPr>
            <a:spLocks/>
          </p:cNvSpPr>
          <p:nvPr/>
        </p:nvSpPr>
        <p:spPr bwMode="auto">
          <a:xfrm>
            <a:off x="5111751" y="4100513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8" name="Freeform 53">
            <a:extLst>
              <a:ext uri="{FF2B5EF4-FFF2-40B4-BE49-F238E27FC236}">
                <a16:creationId xmlns:a16="http://schemas.microsoft.com/office/drawing/2014/main" id="{7C117F3D-DF41-06CF-419F-8CE2F638951A}"/>
              </a:ext>
            </a:extLst>
          </p:cNvPr>
          <p:cNvSpPr>
            <a:spLocks/>
          </p:cNvSpPr>
          <p:nvPr/>
        </p:nvSpPr>
        <p:spPr bwMode="auto">
          <a:xfrm>
            <a:off x="4891089" y="4010026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9" name="Freeform 54">
            <a:extLst>
              <a:ext uri="{FF2B5EF4-FFF2-40B4-BE49-F238E27FC236}">
                <a16:creationId xmlns:a16="http://schemas.microsoft.com/office/drawing/2014/main" id="{82F5AC70-CDD2-D699-AA7E-36ED0B1881EF}"/>
              </a:ext>
            </a:extLst>
          </p:cNvPr>
          <p:cNvSpPr>
            <a:spLocks/>
          </p:cNvSpPr>
          <p:nvPr/>
        </p:nvSpPr>
        <p:spPr bwMode="auto">
          <a:xfrm>
            <a:off x="4740276" y="4159251"/>
            <a:ext cx="69850" cy="68263"/>
          </a:xfrm>
          <a:custGeom>
            <a:avLst/>
            <a:gdLst>
              <a:gd name="T0" fmla="*/ 0 w 44"/>
              <a:gd name="T1" fmla="*/ 21 h 43"/>
              <a:gd name="T2" fmla="*/ 22 w 44"/>
              <a:gd name="T3" fmla="*/ 0 h 43"/>
              <a:gd name="T4" fmla="*/ 44 w 44"/>
              <a:gd name="T5" fmla="*/ 21 h 43"/>
              <a:gd name="T6" fmla="*/ 44 w 44"/>
              <a:gd name="T7" fmla="*/ 21 h 43"/>
              <a:gd name="T8" fmla="*/ 22 w 44"/>
              <a:gd name="T9" fmla="*/ 43 h 43"/>
              <a:gd name="T10" fmla="*/ 0 w 44"/>
              <a:gd name="T11" fmla="*/ 2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3">
                <a:moveTo>
                  <a:pt x="0" y="21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34"/>
                  <a:pt x="34" y="43"/>
                  <a:pt x="22" y="43"/>
                </a:cubicBezTo>
                <a:cubicBezTo>
                  <a:pt x="10" y="43"/>
                  <a:pt x="0" y="34"/>
                  <a:pt x="0" y="21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0" name="Freeform 55">
            <a:extLst>
              <a:ext uri="{FF2B5EF4-FFF2-40B4-BE49-F238E27FC236}">
                <a16:creationId xmlns:a16="http://schemas.microsoft.com/office/drawing/2014/main" id="{73DD4881-B307-4168-2428-5E24E11EDD6F}"/>
              </a:ext>
            </a:extLst>
          </p:cNvPr>
          <p:cNvSpPr>
            <a:spLocks/>
          </p:cNvSpPr>
          <p:nvPr/>
        </p:nvSpPr>
        <p:spPr bwMode="auto">
          <a:xfrm>
            <a:off x="4762501" y="4356101"/>
            <a:ext cx="71438" cy="69850"/>
          </a:xfrm>
          <a:custGeom>
            <a:avLst/>
            <a:gdLst>
              <a:gd name="T0" fmla="*/ 0 w 45"/>
              <a:gd name="T1" fmla="*/ 22 h 44"/>
              <a:gd name="T2" fmla="*/ 22 w 45"/>
              <a:gd name="T3" fmla="*/ 0 h 44"/>
              <a:gd name="T4" fmla="*/ 45 w 45"/>
              <a:gd name="T5" fmla="*/ 22 h 44"/>
              <a:gd name="T6" fmla="*/ 45 w 45"/>
              <a:gd name="T7" fmla="*/ 22 h 44"/>
              <a:gd name="T8" fmla="*/ 22 w 45"/>
              <a:gd name="T9" fmla="*/ 44 h 44"/>
              <a:gd name="T10" fmla="*/ 0 w 45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5" y="10"/>
                  <a:pt x="45" y="22"/>
                </a:cubicBezTo>
                <a:cubicBezTo>
                  <a:pt x="45" y="22"/>
                  <a:pt x="45" y="22"/>
                  <a:pt x="45" y="22"/>
                </a:cubicBezTo>
                <a:cubicBezTo>
                  <a:pt x="45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1" name="Freeform 56">
            <a:extLst>
              <a:ext uri="{FF2B5EF4-FFF2-40B4-BE49-F238E27FC236}">
                <a16:creationId xmlns:a16="http://schemas.microsoft.com/office/drawing/2014/main" id="{3408FD86-C160-525A-8271-A5AC7B3A4C95}"/>
              </a:ext>
            </a:extLst>
          </p:cNvPr>
          <p:cNvSpPr>
            <a:spLocks/>
          </p:cNvSpPr>
          <p:nvPr/>
        </p:nvSpPr>
        <p:spPr bwMode="auto">
          <a:xfrm>
            <a:off x="4989514" y="4432301"/>
            <a:ext cx="69850" cy="68263"/>
          </a:xfrm>
          <a:custGeom>
            <a:avLst/>
            <a:gdLst>
              <a:gd name="T0" fmla="*/ 0 w 44"/>
              <a:gd name="T1" fmla="*/ 21 h 43"/>
              <a:gd name="T2" fmla="*/ 22 w 44"/>
              <a:gd name="T3" fmla="*/ 0 h 43"/>
              <a:gd name="T4" fmla="*/ 44 w 44"/>
              <a:gd name="T5" fmla="*/ 21 h 43"/>
              <a:gd name="T6" fmla="*/ 44 w 44"/>
              <a:gd name="T7" fmla="*/ 21 h 43"/>
              <a:gd name="T8" fmla="*/ 22 w 44"/>
              <a:gd name="T9" fmla="*/ 43 h 43"/>
              <a:gd name="T10" fmla="*/ 0 w 44"/>
              <a:gd name="T11" fmla="*/ 2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3">
                <a:moveTo>
                  <a:pt x="0" y="21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34"/>
                  <a:pt x="34" y="43"/>
                  <a:pt x="22" y="43"/>
                </a:cubicBezTo>
                <a:cubicBezTo>
                  <a:pt x="10" y="43"/>
                  <a:pt x="0" y="34"/>
                  <a:pt x="0" y="21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2" name="Freeform 57">
            <a:extLst>
              <a:ext uri="{FF2B5EF4-FFF2-40B4-BE49-F238E27FC236}">
                <a16:creationId xmlns:a16="http://schemas.microsoft.com/office/drawing/2014/main" id="{2F7571C5-A30A-BEEE-8587-6ED2188AD85C}"/>
              </a:ext>
            </a:extLst>
          </p:cNvPr>
          <p:cNvSpPr>
            <a:spLocks/>
          </p:cNvSpPr>
          <p:nvPr/>
        </p:nvSpPr>
        <p:spPr bwMode="auto">
          <a:xfrm>
            <a:off x="5135564" y="4303713"/>
            <a:ext cx="69850" cy="69850"/>
          </a:xfrm>
          <a:custGeom>
            <a:avLst/>
            <a:gdLst>
              <a:gd name="T0" fmla="*/ 0 w 44"/>
              <a:gd name="T1" fmla="*/ 22 h 44"/>
              <a:gd name="T2" fmla="*/ 21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1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9" y="0"/>
                  <a:pt x="21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1" y="44"/>
                </a:cubicBezTo>
                <a:cubicBezTo>
                  <a:pt x="9" y="44"/>
                  <a:pt x="0" y="34"/>
                  <a:pt x="0" y="22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3" name="Freeform 58">
            <a:extLst>
              <a:ext uri="{FF2B5EF4-FFF2-40B4-BE49-F238E27FC236}">
                <a16:creationId xmlns:a16="http://schemas.microsoft.com/office/drawing/2014/main" id="{6D79B59D-E6CF-4685-5BD8-2A1370CCC056}"/>
              </a:ext>
            </a:extLst>
          </p:cNvPr>
          <p:cNvSpPr>
            <a:spLocks/>
          </p:cNvSpPr>
          <p:nvPr/>
        </p:nvSpPr>
        <p:spPr bwMode="auto">
          <a:xfrm>
            <a:off x="5345114" y="4378326"/>
            <a:ext cx="68263" cy="71438"/>
          </a:xfrm>
          <a:custGeom>
            <a:avLst/>
            <a:gdLst>
              <a:gd name="T0" fmla="*/ 0 w 43"/>
              <a:gd name="T1" fmla="*/ 23 h 45"/>
              <a:gd name="T2" fmla="*/ 21 w 43"/>
              <a:gd name="T3" fmla="*/ 0 h 45"/>
              <a:gd name="T4" fmla="*/ 43 w 43"/>
              <a:gd name="T5" fmla="*/ 23 h 45"/>
              <a:gd name="T6" fmla="*/ 43 w 43"/>
              <a:gd name="T7" fmla="*/ 23 h 45"/>
              <a:gd name="T8" fmla="*/ 21 w 43"/>
              <a:gd name="T9" fmla="*/ 45 h 45"/>
              <a:gd name="T10" fmla="*/ 0 w 43"/>
              <a:gd name="T11" fmla="*/ 2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45">
                <a:moveTo>
                  <a:pt x="0" y="23"/>
                </a:moveTo>
                <a:cubicBezTo>
                  <a:pt x="0" y="11"/>
                  <a:pt x="9" y="0"/>
                  <a:pt x="21" y="0"/>
                </a:cubicBezTo>
                <a:cubicBezTo>
                  <a:pt x="33" y="0"/>
                  <a:pt x="43" y="11"/>
                  <a:pt x="43" y="23"/>
                </a:cubicBezTo>
                <a:cubicBezTo>
                  <a:pt x="43" y="23"/>
                  <a:pt x="43" y="23"/>
                  <a:pt x="43" y="23"/>
                </a:cubicBezTo>
                <a:cubicBezTo>
                  <a:pt x="43" y="35"/>
                  <a:pt x="33" y="45"/>
                  <a:pt x="21" y="45"/>
                </a:cubicBezTo>
                <a:cubicBezTo>
                  <a:pt x="9" y="45"/>
                  <a:pt x="0" y="35"/>
                  <a:pt x="0" y="23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4" name="Freeform 59">
            <a:extLst>
              <a:ext uri="{FF2B5EF4-FFF2-40B4-BE49-F238E27FC236}">
                <a16:creationId xmlns:a16="http://schemas.microsoft.com/office/drawing/2014/main" id="{0213D6E2-C482-3FBE-99DC-180167B81F79}"/>
              </a:ext>
            </a:extLst>
          </p:cNvPr>
          <p:cNvSpPr>
            <a:spLocks/>
          </p:cNvSpPr>
          <p:nvPr/>
        </p:nvSpPr>
        <p:spPr bwMode="auto">
          <a:xfrm>
            <a:off x="5413376" y="4600576"/>
            <a:ext cx="69850" cy="69850"/>
          </a:xfrm>
          <a:custGeom>
            <a:avLst/>
            <a:gdLst>
              <a:gd name="T0" fmla="*/ 0 w 44"/>
              <a:gd name="T1" fmla="*/ 21 h 44"/>
              <a:gd name="T2" fmla="*/ 23 w 44"/>
              <a:gd name="T3" fmla="*/ 0 h 44"/>
              <a:gd name="T4" fmla="*/ 44 w 44"/>
              <a:gd name="T5" fmla="*/ 21 h 44"/>
              <a:gd name="T6" fmla="*/ 44 w 44"/>
              <a:gd name="T7" fmla="*/ 21 h 44"/>
              <a:gd name="T8" fmla="*/ 23 w 44"/>
              <a:gd name="T9" fmla="*/ 44 h 44"/>
              <a:gd name="T10" fmla="*/ 0 w 44"/>
              <a:gd name="T11" fmla="*/ 2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1"/>
                </a:moveTo>
                <a:cubicBezTo>
                  <a:pt x="0" y="9"/>
                  <a:pt x="10" y="0"/>
                  <a:pt x="23" y="0"/>
                </a:cubicBezTo>
                <a:cubicBezTo>
                  <a:pt x="35" y="0"/>
                  <a:pt x="44" y="9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34"/>
                  <a:pt x="35" y="44"/>
                  <a:pt x="23" y="44"/>
                </a:cubicBezTo>
                <a:cubicBezTo>
                  <a:pt x="10" y="44"/>
                  <a:pt x="0" y="34"/>
                  <a:pt x="0" y="21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5" name="Freeform 60">
            <a:extLst>
              <a:ext uri="{FF2B5EF4-FFF2-40B4-BE49-F238E27FC236}">
                <a16:creationId xmlns:a16="http://schemas.microsoft.com/office/drawing/2014/main" id="{B7140096-C983-2E57-84A5-061252C969D3}"/>
              </a:ext>
            </a:extLst>
          </p:cNvPr>
          <p:cNvSpPr>
            <a:spLocks/>
          </p:cNvSpPr>
          <p:nvPr/>
        </p:nvSpPr>
        <p:spPr bwMode="auto">
          <a:xfrm>
            <a:off x="5286376" y="4738688"/>
            <a:ext cx="69850" cy="71438"/>
          </a:xfrm>
          <a:custGeom>
            <a:avLst/>
            <a:gdLst>
              <a:gd name="T0" fmla="*/ 0 w 44"/>
              <a:gd name="T1" fmla="*/ 23 h 45"/>
              <a:gd name="T2" fmla="*/ 22 w 44"/>
              <a:gd name="T3" fmla="*/ 0 h 45"/>
              <a:gd name="T4" fmla="*/ 44 w 44"/>
              <a:gd name="T5" fmla="*/ 23 h 45"/>
              <a:gd name="T6" fmla="*/ 44 w 44"/>
              <a:gd name="T7" fmla="*/ 23 h 45"/>
              <a:gd name="T8" fmla="*/ 22 w 44"/>
              <a:gd name="T9" fmla="*/ 45 h 45"/>
              <a:gd name="T10" fmla="*/ 0 w 44"/>
              <a:gd name="T11" fmla="*/ 2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5">
                <a:moveTo>
                  <a:pt x="0" y="23"/>
                </a:moveTo>
                <a:cubicBezTo>
                  <a:pt x="0" y="11"/>
                  <a:pt x="9" y="0"/>
                  <a:pt x="22" y="0"/>
                </a:cubicBezTo>
                <a:cubicBezTo>
                  <a:pt x="34" y="0"/>
                  <a:pt x="44" y="11"/>
                  <a:pt x="44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4" y="35"/>
                  <a:pt x="34" y="45"/>
                  <a:pt x="22" y="45"/>
                </a:cubicBezTo>
                <a:cubicBezTo>
                  <a:pt x="9" y="45"/>
                  <a:pt x="0" y="35"/>
                  <a:pt x="0" y="23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6" name="Freeform 61">
            <a:extLst>
              <a:ext uri="{FF2B5EF4-FFF2-40B4-BE49-F238E27FC236}">
                <a16:creationId xmlns:a16="http://schemas.microsoft.com/office/drawing/2014/main" id="{C3B5AB7B-4998-CB43-5A87-FAD7F4B01446}"/>
              </a:ext>
            </a:extLst>
          </p:cNvPr>
          <p:cNvSpPr>
            <a:spLocks/>
          </p:cNvSpPr>
          <p:nvPr/>
        </p:nvSpPr>
        <p:spPr bwMode="auto">
          <a:xfrm>
            <a:off x="5053014" y="4646613"/>
            <a:ext cx="69850" cy="69850"/>
          </a:xfrm>
          <a:custGeom>
            <a:avLst/>
            <a:gdLst>
              <a:gd name="T0" fmla="*/ 0 w 44"/>
              <a:gd name="T1" fmla="*/ 22 h 44"/>
              <a:gd name="T2" fmla="*/ 23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3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3" y="0"/>
                </a:cubicBezTo>
                <a:cubicBezTo>
                  <a:pt x="35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5" y="44"/>
                  <a:pt x="23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7" name="Freeform 62">
            <a:extLst>
              <a:ext uri="{FF2B5EF4-FFF2-40B4-BE49-F238E27FC236}">
                <a16:creationId xmlns:a16="http://schemas.microsoft.com/office/drawing/2014/main" id="{8FDB7519-43F3-E50C-3566-F5D9D220EC5E}"/>
              </a:ext>
            </a:extLst>
          </p:cNvPr>
          <p:cNvSpPr>
            <a:spLocks/>
          </p:cNvSpPr>
          <p:nvPr/>
        </p:nvSpPr>
        <p:spPr bwMode="auto">
          <a:xfrm>
            <a:off x="4913314" y="4797426"/>
            <a:ext cx="71438" cy="69850"/>
          </a:xfrm>
          <a:custGeom>
            <a:avLst/>
            <a:gdLst>
              <a:gd name="T0" fmla="*/ 0 w 45"/>
              <a:gd name="T1" fmla="*/ 22 h 44"/>
              <a:gd name="T2" fmla="*/ 22 w 45"/>
              <a:gd name="T3" fmla="*/ 0 h 44"/>
              <a:gd name="T4" fmla="*/ 45 w 45"/>
              <a:gd name="T5" fmla="*/ 22 h 44"/>
              <a:gd name="T6" fmla="*/ 45 w 45"/>
              <a:gd name="T7" fmla="*/ 22 h 44"/>
              <a:gd name="T8" fmla="*/ 22 w 45"/>
              <a:gd name="T9" fmla="*/ 44 h 44"/>
              <a:gd name="T10" fmla="*/ 0 w 45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5" y="0"/>
                  <a:pt x="45" y="10"/>
                  <a:pt x="45" y="22"/>
                </a:cubicBezTo>
                <a:cubicBezTo>
                  <a:pt x="45" y="22"/>
                  <a:pt x="45" y="22"/>
                  <a:pt x="45" y="22"/>
                </a:cubicBezTo>
                <a:cubicBezTo>
                  <a:pt x="45" y="34"/>
                  <a:pt x="35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8" name="Freeform 63">
            <a:extLst>
              <a:ext uri="{FF2B5EF4-FFF2-40B4-BE49-F238E27FC236}">
                <a16:creationId xmlns:a16="http://schemas.microsoft.com/office/drawing/2014/main" id="{A9A96924-674E-334F-FC30-1B8ABD1BE3B2}"/>
              </a:ext>
            </a:extLst>
          </p:cNvPr>
          <p:cNvSpPr>
            <a:spLocks/>
          </p:cNvSpPr>
          <p:nvPr/>
        </p:nvSpPr>
        <p:spPr bwMode="auto">
          <a:xfrm>
            <a:off x="4926014" y="4983163"/>
            <a:ext cx="69850" cy="71438"/>
          </a:xfrm>
          <a:custGeom>
            <a:avLst/>
            <a:gdLst>
              <a:gd name="T0" fmla="*/ 0 w 44"/>
              <a:gd name="T1" fmla="*/ 23 h 45"/>
              <a:gd name="T2" fmla="*/ 22 w 44"/>
              <a:gd name="T3" fmla="*/ 0 h 45"/>
              <a:gd name="T4" fmla="*/ 44 w 44"/>
              <a:gd name="T5" fmla="*/ 23 h 45"/>
              <a:gd name="T6" fmla="*/ 44 w 44"/>
              <a:gd name="T7" fmla="*/ 23 h 45"/>
              <a:gd name="T8" fmla="*/ 22 w 44"/>
              <a:gd name="T9" fmla="*/ 45 h 45"/>
              <a:gd name="T10" fmla="*/ 0 w 44"/>
              <a:gd name="T11" fmla="*/ 2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5">
                <a:moveTo>
                  <a:pt x="0" y="23"/>
                </a:moveTo>
                <a:cubicBezTo>
                  <a:pt x="0" y="11"/>
                  <a:pt x="10" y="0"/>
                  <a:pt x="22" y="0"/>
                </a:cubicBezTo>
                <a:cubicBezTo>
                  <a:pt x="34" y="0"/>
                  <a:pt x="44" y="11"/>
                  <a:pt x="44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4" y="35"/>
                  <a:pt x="34" y="45"/>
                  <a:pt x="22" y="45"/>
                </a:cubicBezTo>
                <a:cubicBezTo>
                  <a:pt x="10" y="45"/>
                  <a:pt x="0" y="35"/>
                  <a:pt x="0" y="23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9" name="Freeform 64">
            <a:extLst>
              <a:ext uri="{FF2B5EF4-FFF2-40B4-BE49-F238E27FC236}">
                <a16:creationId xmlns:a16="http://schemas.microsoft.com/office/drawing/2014/main" id="{D1D32243-C445-88BB-4962-259E23F0A397}"/>
              </a:ext>
            </a:extLst>
          </p:cNvPr>
          <p:cNvSpPr>
            <a:spLocks/>
          </p:cNvSpPr>
          <p:nvPr/>
        </p:nvSpPr>
        <p:spPr bwMode="auto">
          <a:xfrm>
            <a:off x="5157789" y="5070476"/>
            <a:ext cx="69850" cy="71438"/>
          </a:xfrm>
          <a:custGeom>
            <a:avLst/>
            <a:gdLst>
              <a:gd name="T0" fmla="*/ 0 w 44"/>
              <a:gd name="T1" fmla="*/ 22 h 45"/>
              <a:gd name="T2" fmla="*/ 22 w 44"/>
              <a:gd name="T3" fmla="*/ 0 h 45"/>
              <a:gd name="T4" fmla="*/ 44 w 44"/>
              <a:gd name="T5" fmla="*/ 22 h 45"/>
              <a:gd name="T6" fmla="*/ 44 w 44"/>
              <a:gd name="T7" fmla="*/ 22 h 45"/>
              <a:gd name="T8" fmla="*/ 22 w 44"/>
              <a:gd name="T9" fmla="*/ 45 h 45"/>
              <a:gd name="T10" fmla="*/ 0 w 44"/>
              <a:gd name="T11" fmla="*/ 22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5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5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5" y="45"/>
                  <a:pt x="22" y="45"/>
                </a:cubicBezTo>
                <a:cubicBezTo>
                  <a:pt x="10" y="45"/>
                  <a:pt x="0" y="34"/>
                  <a:pt x="0" y="22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0" name="Freeform 65">
            <a:extLst>
              <a:ext uri="{FF2B5EF4-FFF2-40B4-BE49-F238E27FC236}">
                <a16:creationId xmlns:a16="http://schemas.microsoft.com/office/drawing/2014/main" id="{36159F96-63FC-271D-866C-154F076F164B}"/>
              </a:ext>
            </a:extLst>
          </p:cNvPr>
          <p:cNvSpPr>
            <a:spLocks/>
          </p:cNvSpPr>
          <p:nvPr/>
        </p:nvSpPr>
        <p:spPr bwMode="auto">
          <a:xfrm>
            <a:off x="5308601" y="4937126"/>
            <a:ext cx="69850" cy="69850"/>
          </a:xfrm>
          <a:custGeom>
            <a:avLst/>
            <a:gdLst>
              <a:gd name="T0" fmla="*/ 0 w 44"/>
              <a:gd name="T1" fmla="*/ 22 h 44"/>
              <a:gd name="T2" fmla="*/ 23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3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3" y="0"/>
                </a:cubicBezTo>
                <a:cubicBezTo>
                  <a:pt x="35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5" y="44"/>
                  <a:pt x="23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1473D0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9" name="Freeform 84">
            <a:extLst>
              <a:ext uri="{FF2B5EF4-FFF2-40B4-BE49-F238E27FC236}">
                <a16:creationId xmlns:a16="http://schemas.microsoft.com/office/drawing/2014/main" id="{2B1223F8-1A2A-D935-9950-661AFC1B0272}"/>
              </a:ext>
            </a:extLst>
          </p:cNvPr>
          <p:cNvSpPr>
            <a:spLocks/>
          </p:cNvSpPr>
          <p:nvPr/>
        </p:nvSpPr>
        <p:spPr bwMode="auto">
          <a:xfrm>
            <a:off x="3879851" y="4119563"/>
            <a:ext cx="69850" cy="68263"/>
          </a:xfrm>
          <a:custGeom>
            <a:avLst/>
            <a:gdLst>
              <a:gd name="T0" fmla="*/ 0 w 44"/>
              <a:gd name="T1" fmla="*/ 22 h 43"/>
              <a:gd name="T2" fmla="*/ 22 w 44"/>
              <a:gd name="T3" fmla="*/ 0 h 43"/>
              <a:gd name="T4" fmla="*/ 44 w 44"/>
              <a:gd name="T5" fmla="*/ 22 h 43"/>
              <a:gd name="T6" fmla="*/ 44 w 44"/>
              <a:gd name="T7" fmla="*/ 22 h 43"/>
              <a:gd name="T8" fmla="*/ 22 w 44"/>
              <a:gd name="T9" fmla="*/ 43 h 43"/>
              <a:gd name="T10" fmla="*/ 0 w 44"/>
              <a:gd name="T11" fmla="*/ 22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3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3"/>
                  <a:pt x="22" y="43"/>
                </a:cubicBezTo>
                <a:cubicBezTo>
                  <a:pt x="10" y="43"/>
                  <a:pt x="0" y="34"/>
                  <a:pt x="0" y="22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0" name="Freeform 85">
            <a:extLst>
              <a:ext uri="{FF2B5EF4-FFF2-40B4-BE49-F238E27FC236}">
                <a16:creationId xmlns:a16="http://schemas.microsoft.com/office/drawing/2014/main" id="{CF359B4B-331E-D9A5-1747-B1C0E99CA790}"/>
              </a:ext>
            </a:extLst>
          </p:cNvPr>
          <p:cNvSpPr>
            <a:spLocks/>
          </p:cNvSpPr>
          <p:nvPr/>
        </p:nvSpPr>
        <p:spPr bwMode="auto">
          <a:xfrm>
            <a:off x="3659189" y="4029076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2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1" name="Freeform 86">
            <a:extLst>
              <a:ext uri="{FF2B5EF4-FFF2-40B4-BE49-F238E27FC236}">
                <a16:creationId xmlns:a16="http://schemas.microsoft.com/office/drawing/2014/main" id="{8228AF3B-9C6C-081C-26F3-0291C98A6EEF}"/>
              </a:ext>
            </a:extLst>
          </p:cNvPr>
          <p:cNvSpPr>
            <a:spLocks/>
          </p:cNvSpPr>
          <p:nvPr/>
        </p:nvSpPr>
        <p:spPr bwMode="auto">
          <a:xfrm>
            <a:off x="3508376" y="4176713"/>
            <a:ext cx="69850" cy="69850"/>
          </a:xfrm>
          <a:custGeom>
            <a:avLst/>
            <a:gdLst>
              <a:gd name="T0" fmla="*/ 0 w 44"/>
              <a:gd name="T1" fmla="*/ 23 h 44"/>
              <a:gd name="T2" fmla="*/ 22 w 44"/>
              <a:gd name="T3" fmla="*/ 0 h 44"/>
              <a:gd name="T4" fmla="*/ 44 w 44"/>
              <a:gd name="T5" fmla="*/ 23 h 44"/>
              <a:gd name="T6" fmla="*/ 44 w 44"/>
              <a:gd name="T7" fmla="*/ 23 h 44"/>
              <a:gd name="T8" fmla="*/ 22 w 44"/>
              <a:gd name="T9" fmla="*/ 44 h 44"/>
              <a:gd name="T10" fmla="*/ 0 w 44"/>
              <a:gd name="T11" fmla="*/ 23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3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4" y="10"/>
                  <a:pt x="44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4" y="35"/>
                  <a:pt x="34" y="44"/>
                  <a:pt x="22" y="44"/>
                </a:cubicBezTo>
                <a:cubicBezTo>
                  <a:pt x="10" y="44"/>
                  <a:pt x="0" y="35"/>
                  <a:pt x="0" y="23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3" name="Freeform 88">
            <a:extLst>
              <a:ext uri="{FF2B5EF4-FFF2-40B4-BE49-F238E27FC236}">
                <a16:creationId xmlns:a16="http://schemas.microsoft.com/office/drawing/2014/main" id="{41263250-6D70-0CCB-DA7F-3A0C78818F69}"/>
              </a:ext>
            </a:extLst>
          </p:cNvPr>
          <p:cNvSpPr>
            <a:spLocks/>
          </p:cNvSpPr>
          <p:nvPr/>
        </p:nvSpPr>
        <p:spPr bwMode="auto">
          <a:xfrm>
            <a:off x="3759201" y="4449763"/>
            <a:ext cx="68263" cy="69850"/>
          </a:xfrm>
          <a:custGeom>
            <a:avLst/>
            <a:gdLst>
              <a:gd name="T0" fmla="*/ 0 w 43"/>
              <a:gd name="T1" fmla="*/ 23 h 44"/>
              <a:gd name="T2" fmla="*/ 21 w 43"/>
              <a:gd name="T3" fmla="*/ 0 h 44"/>
              <a:gd name="T4" fmla="*/ 43 w 43"/>
              <a:gd name="T5" fmla="*/ 23 h 44"/>
              <a:gd name="T6" fmla="*/ 43 w 43"/>
              <a:gd name="T7" fmla="*/ 23 h 44"/>
              <a:gd name="T8" fmla="*/ 21 w 43"/>
              <a:gd name="T9" fmla="*/ 44 h 44"/>
              <a:gd name="T10" fmla="*/ 0 w 43"/>
              <a:gd name="T11" fmla="*/ 23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44">
                <a:moveTo>
                  <a:pt x="0" y="23"/>
                </a:moveTo>
                <a:cubicBezTo>
                  <a:pt x="0" y="10"/>
                  <a:pt x="9" y="0"/>
                  <a:pt x="21" y="0"/>
                </a:cubicBezTo>
                <a:cubicBezTo>
                  <a:pt x="33" y="0"/>
                  <a:pt x="43" y="10"/>
                  <a:pt x="43" y="23"/>
                </a:cubicBezTo>
                <a:cubicBezTo>
                  <a:pt x="43" y="23"/>
                  <a:pt x="43" y="23"/>
                  <a:pt x="43" y="23"/>
                </a:cubicBezTo>
                <a:cubicBezTo>
                  <a:pt x="43" y="35"/>
                  <a:pt x="33" y="44"/>
                  <a:pt x="21" y="44"/>
                </a:cubicBezTo>
                <a:cubicBezTo>
                  <a:pt x="9" y="44"/>
                  <a:pt x="0" y="35"/>
                  <a:pt x="0" y="23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5" name="Freeform 90">
            <a:extLst>
              <a:ext uri="{FF2B5EF4-FFF2-40B4-BE49-F238E27FC236}">
                <a16:creationId xmlns:a16="http://schemas.microsoft.com/office/drawing/2014/main" id="{DAD358E6-A65A-7D2C-E847-1FDE40852EA9}"/>
              </a:ext>
            </a:extLst>
          </p:cNvPr>
          <p:cNvSpPr>
            <a:spLocks/>
          </p:cNvSpPr>
          <p:nvPr/>
        </p:nvSpPr>
        <p:spPr bwMode="auto">
          <a:xfrm>
            <a:off x="4113214" y="4397376"/>
            <a:ext cx="68263" cy="71438"/>
          </a:xfrm>
          <a:custGeom>
            <a:avLst/>
            <a:gdLst>
              <a:gd name="T0" fmla="*/ 0 w 43"/>
              <a:gd name="T1" fmla="*/ 22 h 45"/>
              <a:gd name="T2" fmla="*/ 22 w 43"/>
              <a:gd name="T3" fmla="*/ 0 h 45"/>
              <a:gd name="T4" fmla="*/ 43 w 43"/>
              <a:gd name="T5" fmla="*/ 22 h 45"/>
              <a:gd name="T6" fmla="*/ 43 w 43"/>
              <a:gd name="T7" fmla="*/ 22 h 45"/>
              <a:gd name="T8" fmla="*/ 22 w 43"/>
              <a:gd name="T9" fmla="*/ 45 h 45"/>
              <a:gd name="T10" fmla="*/ 0 w 43"/>
              <a:gd name="T11" fmla="*/ 22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45">
                <a:moveTo>
                  <a:pt x="0" y="22"/>
                </a:moveTo>
                <a:cubicBezTo>
                  <a:pt x="0" y="10"/>
                  <a:pt x="10" y="0"/>
                  <a:pt x="22" y="0"/>
                </a:cubicBezTo>
                <a:cubicBezTo>
                  <a:pt x="34" y="0"/>
                  <a:pt x="43" y="10"/>
                  <a:pt x="43" y="22"/>
                </a:cubicBezTo>
                <a:cubicBezTo>
                  <a:pt x="43" y="22"/>
                  <a:pt x="43" y="22"/>
                  <a:pt x="43" y="22"/>
                </a:cubicBezTo>
                <a:cubicBezTo>
                  <a:pt x="43" y="34"/>
                  <a:pt x="34" y="45"/>
                  <a:pt x="22" y="45"/>
                </a:cubicBezTo>
                <a:cubicBezTo>
                  <a:pt x="10" y="45"/>
                  <a:pt x="0" y="34"/>
                  <a:pt x="0" y="22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6" name="Freeform 91">
            <a:extLst>
              <a:ext uri="{FF2B5EF4-FFF2-40B4-BE49-F238E27FC236}">
                <a16:creationId xmlns:a16="http://schemas.microsoft.com/office/drawing/2014/main" id="{4C3DFCE4-5599-249D-04DA-B139F6E6DCDD}"/>
              </a:ext>
            </a:extLst>
          </p:cNvPr>
          <p:cNvSpPr>
            <a:spLocks/>
          </p:cNvSpPr>
          <p:nvPr/>
        </p:nvSpPr>
        <p:spPr bwMode="auto">
          <a:xfrm>
            <a:off x="4181476" y="4619626"/>
            <a:ext cx="71438" cy="68263"/>
          </a:xfrm>
          <a:custGeom>
            <a:avLst/>
            <a:gdLst>
              <a:gd name="T0" fmla="*/ 0 w 45"/>
              <a:gd name="T1" fmla="*/ 22 h 43"/>
              <a:gd name="T2" fmla="*/ 23 w 45"/>
              <a:gd name="T3" fmla="*/ 0 h 43"/>
              <a:gd name="T4" fmla="*/ 45 w 45"/>
              <a:gd name="T5" fmla="*/ 22 h 43"/>
              <a:gd name="T6" fmla="*/ 45 w 45"/>
              <a:gd name="T7" fmla="*/ 22 h 43"/>
              <a:gd name="T8" fmla="*/ 23 w 45"/>
              <a:gd name="T9" fmla="*/ 43 h 43"/>
              <a:gd name="T10" fmla="*/ 0 w 45"/>
              <a:gd name="T11" fmla="*/ 22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" h="43">
                <a:moveTo>
                  <a:pt x="0" y="22"/>
                </a:moveTo>
                <a:cubicBezTo>
                  <a:pt x="0" y="9"/>
                  <a:pt x="10" y="0"/>
                  <a:pt x="23" y="0"/>
                </a:cubicBezTo>
                <a:cubicBezTo>
                  <a:pt x="35" y="0"/>
                  <a:pt x="45" y="9"/>
                  <a:pt x="45" y="22"/>
                </a:cubicBezTo>
                <a:cubicBezTo>
                  <a:pt x="45" y="22"/>
                  <a:pt x="45" y="22"/>
                  <a:pt x="45" y="22"/>
                </a:cubicBezTo>
                <a:cubicBezTo>
                  <a:pt x="45" y="34"/>
                  <a:pt x="35" y="43"/>
                  <a:pt x="23" y="43"/>
                </a:cubicBezTo>
                <a:cubicBezTo>
                  <a:pt x="10" y="43"/>
                  <a:pt x="0" y="34"/>
                  <a:pt x="0" y="22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7" name="Freeform 92">
            <a:extLst>
              <a:ext uri="{FF2B5EF4-FFF2-40B4-BE49-F238E27FC236}">
                <a16:creationId xmlns:a16="http://schemas.microsoft.com/office/drawing/2014/main" id="{B9D78975-7069-BE51-7FC8-310997827D31}"/>
              </a:ext>
            </a:extLst>
          </p:cNvPr>
          <p:cNvSpPr>
            <a:spLocks/>
          </p:cNvSpPr>
          <p:nvPr/>
        </p:nvSpPr>
        <p:spPr bwMode="auto">
          <a:xfrm>
            <a:off x="4054476" y="4759326"/>
            <a:ext cx="69850" cy="69850"/>
          </a:xfrm>
          <a:custGeom>
            <a:avLst/>
            <a:gdLst>
              <a:gd name="T0" fmla="*/ 0 w 44"/>
              <a:gd name="T1" fmla="*/ 21 h 44"/>
              <a:gd name="T2" fmla="*/ 22 w 44"/>
              <a:gd name="T3" fmla="*/ 0 h 44"/>
              <a:gd name="T4" fmla="*/ 44 w 44"/>
              <a:gd name="T5" fmla="*/ 21 h 44"/>
              <a:gd name="T6" fmla="*/ 44 w 44"/>
              <a:gd name="T7" fmla="*/ 21 h 44"/>
              <a:gd name="T8" fmla="*/ 22 w 44"/>
              <a:gd name="T9" fmla="*/ 44 h 44"/>
              <a:gd name="T10" fmla="*/ 0 w 44"/>
              <a:gd name="T11" fmla="*/ 2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1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4" y="9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34"/>
                  <a:pt x="34" y="44"/>
                  <a:pt x="22" y="44"/>
                </a:cubicBezTo>
                <a:cubicBezTo>
                  <a:pt x="10" y="44"/>
                  <a:pt x="0" y="34"/>
                  <a:pt x="0" y="21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8" name="Freeform 93">
            <a:extLst>
              <a:ext uri="{FF2B5EF4-FFF2-40B4-BE49-F238E27FC236}">
                <a16:creationId xmlns:a16="http://schemas.microsoft.com/office/drawing/2014/main" id="{46829005-A699-1684-B9C0-15F888C30EC2}"/>
              </a:ext>
            </a:extLst>
          </p:cNvPr>
          <p:cNvSpPr>
            <a:spLocks/>
          </p:cNvSpPr>
          <p:nvPr/>
        </p:nvSpPr>
        <p:spPr bwMode="auto">
          <a:xfrm>
            <a:off x="3821114" y="4665663"/>
            <a:ext cx="71438" cy="69850"/>
          </a:xfrm>
          <a:custGeom>
            <a:avLst/>
            <a:gdLst>
              <a:gd name="T0" fmla="*/ 0 w 45"/>
              <a:gd name="T1" fmla="*/ 22 h 44"/>
              <a:gd name="T2" fmla="*/ 23 w 45"/>
              <a:gd name="T3" fmla="*/ 0 h 44"/>
              <a:gd name="T4" fmla="*/ 45 w 45"/>
              <a:gd name="T5" fmla="*/ 22 h 44"/>
              <a:gd name="T6" fmla="*/ 45 w 45"/>
              <a:gd name="T7" fmla="*/ 22 h 44"/>
              <a:gd name="T8" fmla="*/ 23 w 45"/>
              <a:gd name="T9" fmla="*/ 44 h 44"/>
              <a:gd name="T10" fmla="*/ 0 w 45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" h="44">
                <a:moveTo>
                  <a:pt x="0" y="22"/>
                </a:moveTo>
                <a:cubicBezTo>
                  <a:pt x="0" y="10"/>
                  <a:pt x="11" y="0"/>
                  <a:pt x="23" y="0"/>
                </a:cubicBezTo>
                <a:cubicBezTo>
                  <a:pt x="35" y="0"/>
                  <a:pt x="45" y="10"/>
                  <a:pt x="45" y="22"/>
                </a:cubicBezTo>
                <a:cubicBezTo>
                  <a:pt x="45" y="22"/>
                  <a:pt x="45" y="22"/>
                  <a:pt x="45" y="22"/>
                </a:cubicBezTo>
                <a:cubicBezTo>
                  <a:pt x="45" y="34"/>
                  <a:pt x="35" y="44"/>
                  <a:pt x="23" y="44"/>
                </a:cubicBezTo>
                <a:cubicBezTo>
                  <a:pt x="11" y="44"/>
                  <a:pt x="0" y="34"/>
                  <a:pt x="0" y="22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9" name="Freeform 94">
            <a:extLst>
              <a:ext uri="{FF2B5EF4-FFF2-40B4-BE49-F238E27FC236}">
                <a16:creationId xmlns:a16="http://schemas.microsoft.com/office/drawing/2014/main" id="{DC02FB17-AC83-810D-B76E-663D7DE4711A}"/>
              </a:ext>
            </a:extLst>
          </p:cNvPr>
          <p:cNvSpPr>
            <a:spLocks/>
          </p:cNvSpPr>
          <p:nvPr/>
        </p:nvSpPr>
        <p:spPr bwMode="auto">
          <a:xfrm>
            <a:off x="3683001" y="4816476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9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9" y="44"/>
                  <a:pt x="0" y="34"/>
                  <a:pt x="0" y="22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1" name="Freeform 96">
            <a:extLst>
              <a:ext uri="{FF2B5EF4-FFF2-40B4-BE49-F238E27FC236}">
                <a16:creationId xmlns:a16="http://schemas.microsoft.com/office/drawing/2014/main" id="{F5B57804-6C5B-6A4C-7A95-D1DC5D881CED}"/>
              </a:ext>
            </a:extLst>
          </p:cNvPr>
          <p:cNvSpPr>
            <a:spLocks/>
          </p:cNvSpPr>
          <p:nvPr/>
        </p:nvSpPr>
        <p:spPr bwMode="auto">
          <a:xfrm>
            <a:off x="3925889" y="5091113"/>
            <a:ext cx="71438" cy="68263"/>
          </a:xfrm>
          <a:custGeom>
            <a:avLst/>
            <a:gdLst>
              <a:gd name="T0" fmla="*/ 0 w 45"/>
              <a:gd name="T1" fmla="*/ 21 h 43"/>
              <a:gd name="T2" fmla="*/ 22 w 45"/>
              <a:gd name="T3" fmla="*/ 0 h 43"/>
              <a:gd name="T4" fmla="*/ 45 w 45"/>
              <a:gd name="T5" fmla="*/ 21 h 43"/>
              <a:gd name="T6" fmla="*/ 45 w 45"/>
              <a:gd name="T7" fmla="*/ 21 h 43"/>
              <a:gd name="T8" fmla="*/ 22 w 45"/>
              <a:gd name="T9" fmla="*/ 43 h 43"/>
              <a:gd name="T10" fmla="*/ 0 w 45"/>
              <a:gd name="T11" fmla="*/ 2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" h="43">
                <a:moveTo>
                  <a:pt x="0" y="21"/>
                </a:moveTo>
                <a:cubicBezTo>
                  <a:pt x="0" y="9"/>
                  <a:pt x="10" y="0"/>
                  <a:pt x="22" y="0"/>
                </a:cubicBezTo>
                <a:cubicBezTo>
                  <a:pt x="34" y="0"/>
                  <a:pt x="45" y="9"/>
                  <a:pt x="45" y="21"/>
                </a:cubicBezTo>
                <a:cubicBezTo>
                  <a:pt x="45" y="21"/>
                  <a:pt x="45" y="21"/>
                  <a:pt x="45" y="21"/>
                </a:cubicBezTo>
                <a:cubicBezTo>
                  <a:pt x="45" y="33"/>
                  <a:pt x="34" y="43"/>
                  <a:pt x="22" y="43"/>
                </a:cubicBezTo>
                <a:cubicBezTo>
                  <a:pt x="10" y="43"/>
                  <a:pt x="0" y="33"/>
                  <a:pt x="0" y="21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2" name="Freeform 97">
            <a:extLst>
              <a:ext uri="{FF2B5EF4-FFF2-40B4-BE49-F238E27FC236}">
                <a16:creationId xmlns:a16="http://schemas.microsoft.com/office/drawing/2014/main" id="{9B66F520-6ED4-18B3-AA65-560AD01E303B}"/>
              </a:ext>
            </a:extLst>
          </p:cNvPr>
          <p:cNvSpPr>
            <a:spLocks/>
          </p:cNvSpPr>
          <p:nvPr/>
        </p:nvSpPr>
        <p:spPr bwMode="auto">
          <a:xfrm>
            <a:off x="4076701" y="4956176"/>
            <a:ext cx="71438" cy="69850"/>
          </a:xfrm>
          <a:custGeom>
            <a:avLst/>
            <a:gdLst>
              <a:gd name="T0" fmla="*/ 0 w 45"/>
              <a:gd name="T1" fmla="*/ 22 h 44"/>
              <a:gd name="T2" fmla="*/ 23 w 45"/>
              <a:gd name="T3" fmla="*/ 0 h 44"/>
              <a:gd name="T4" fmla="*/ 45 w 45"/>
              <a:gd name="T5" fmla="*/ 22 h 44"/>
              <a:gd name="T6" fmla="*/ 45 w 45"/>
              <a:gd name="T7" fmla="*/ 22 h 44"/>
              <a:gd name="T8" fmla="*/ 23 w 45"/>
              <a:gd name="T9" fmla="*/ 44 h 44"/>
              <a:gd name="T10" fmla="*/ 0 w 45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" h="44">
                <a:moveTo>
                  <a:pt x="0" y="22"/>
                </a:moveTo>
                <a:cubicBezTo>
                  <a:pt x="0" y="10"/>
                  <a:pt x="11" y="0"/>
                  <a:pt x="23" y="0"/>
                </a:cubicBezTo>
                <a:cubicBezTo>
                  <a:pt x="35" y="0"/>
                  <a:pt x="45" y="10"/>
                  <a:pt x="45" y="22"/>
                </a:cubicBezTo>
                <a:cubicBezTo>
                  <a:pt x="45" y="22"/>
                  <a:pt x="45" y="22"/>
                  <a:pt x="45" y="22"/>
                </a:cubicBezTo>
                <a:cubicBezTo>
                  <a:pt x="45" y="34"/>
                  <a:pt x="35" y="44"/>
                  <a:pt x="23" y="44"/>
                </a:cubicBezTo>
                <a:cubicBezTo>
                  <a:pt x="11" y="44"/>
                  <a:pt x="0" y="34"/>
                  <a:pt x="0" y="22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2" name="Freeform 87">
            <a:extLst>
              <a:ext uri="{FF2B5EF4-FFF2-40B4-BE49-F238E27FC236}">
                <a16:creationId xmlns:a16="http://schemas.microsoft.com/office/drawing/2014/main" id="{B50A3CA6-D3CD-6860-52D2-63215798B477}"/>
              </a:ext>
            </a:extLst>
          </p:cNvPr>
          <p:cNvSpPr>
            <a:spLocks/>
          </p:cNvSpPr>
          <p:nvPr/>
        </p:nvSpPr>
        <p:spPr bwMode="auto">
          <a:xfrm>
            <a:off x="3532189" y="4375151"/>
            <a:ext cx="69850" cy="69850"/>
          </a:xfrm>
          <a:custGeom>
            <a:avLst/>
            <a:gdLst>
              <a:gd name="T0" fmla="*/ 0 w 44"/>
              <a:gd name="T1" fmla="*/ 22 h 44"/>
              <a:gd name="T2" fmla="*/ 22 w 44"/>
              <a:gd name="T3" fmla="*/ 0 h 44"/>
              <a:gd name="T4" fmla="*/ 44 w 44"/>
              <a:gd name="T5" fmla="*/ 22 h 44"/>
              <a:gd name="T6" fmla="*/ 44 w 44"/>
              <a:gd name="T7" fmla="*/ 22 h 44"/>
              <a:gd name="T8" fmla="*/ 22 w 44"/>
              <a:gd name="T9" fmla="*/ 44 h 44"/>
              <a:gd name="T10" fmla="*/ 0 w 44"/>
              <a:gd name="T11" fmla="*/ 22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" h="44">
                <a:moveTo>
                  <a:pt x="0" y="22"/>
                </a:moveTo>
                <a:cubicBezTo>
                  <a:pt x="0" y="10"/>
                  <a:pt x="9" y="0"/>
                  <a:pt x="22" y="0"/>
                </a:cubicBezTo>
                <a:cubicBezTo>
                  <a:pt x="34" y="0"/>
                  <a:pt x="44" y="10"/>
                  <a:pt x="44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4"/>
                  <a:pt x="34" y="44"/>
                  <a:pt x="22" y="44"/>
                </a:cubicBezTo>
                <a:cubicBezTo>
                  <a:pt x="9" y="44"/>
                  <a:pt x="0" y="34"/>
                  <a:pt x="0" y="22"/>
                </a:cubicBezTo>
              </a:path>
            </a:pathLst>
          </a:custGeom>
          <a:solidFill>
            <a:srgbClr val="44B43C"/>
          </a:solidFill>
          <a:ln w="12700" cap="rnd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Line 333">
            <a:extLst>
              <a:ext uri="{FF2B5EF4-FFF2-40B4-BE49-F238E27FC236}">
                <a16:creationId xmlns:a16="http://schemas.microsoft.com/office/drawing/2014/main" id="{6760A221-FD06-9377-774D-8175603C35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7314" y="4764088"/>
            <a:ext cx="111125" cy="109538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F7820AE-965D-5507-30CF-238C0F6BCAA8}"/>
              </a:ext>
            </a:extLst>
          </p:cNvPr>
          <p:cNvCxnSpPr>
            <a:cxnSpLocks/>
          </p:cNvCxnSpPr>
          <p:nvPr/>
        </p:nvCxnSpPr>
        <p:spPr>
          <a:xfrm>
            <a:off x="9456738" y="3617913"/>
            <a:ext cx="23241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55190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牛　文涛</cp:lastModifiedBy>
  <cp:revision>5</cp:revision>
  <dcterms:created xsi:type="dcterms:W3CDTF">2023-08-09T12:44:55Z</dcterms:created>
  <dcterms:modified xsi:type="dcterms:W3CDTF">2025-03-29T14:53:54Z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