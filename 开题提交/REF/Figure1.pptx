
<file path=[Content_Types].xml><?xml version="1.0" encoding="utf-8"?>
<Types xmlns="http://schemas.openxmlformats.org/package/2006/content-types">
  <Override PartName="/_rels/.rels" ContentType="application/vnd.openxmlformats-package.relationships+xml"/>
  <Override PartName="/ppt/_rels/presentation.xml.rels" ContentType="application/vnd.openxmlformats-package.relationships+xml"/>
  <Override PartName="/ppt/media/image1.jpeg" ContentType="image/jpeg"/>
  <Override PartName="/ppt/slides/_rels/slide1.xml.rels" ContentType="application/vnd.openxmlformats-package.relationships+xml"/>
  <Override PartName="/ppt/slides/slide1.xml" ContentType="application/vnd.openxmlformats-officedocument.presentationml.slide+xml"/>
  <Override PartName="/ppt/slideLayouts/_rels/slideLayout12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1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10.xml.rels" ContentType="application/vnd.openxmlformats-package.relationships+xml"/>
  <Override PartName="/ppt/slideLayouts/slideLayout12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1.xml" ContentType="application/vnd.openxmlformats-officedocument.theme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presentation.xml" ContentType="application/vnd.openxmlformats-officedocument.presentationml.presentation.main+xml"/>
  <Override PartName="/docProps/app.xml" ContentType="application/vnd.openxmlformats-officedocument.extended-properties+xml"/>
  <Override PartName="/docProps/core.xml" ContentType="application/vnd.openxmlformats-package.core-properties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</p:sldIdLst>
  <p:sldSz cx="9144000" cy="6858000"/>
  <p:notesSz cx="7772400" cy="10058400"/>
</p:presentation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rIns="0" tIns="0" bIns="0" anchor="ctr"/>
          <a:p>
            <a:pPr algn="ctr"/>
            <a:endParaRPr b="0" lang="en-US" sz="4400" spc="-1" strike="noStrike"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subTitle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</p:spPr>
        <p:txBody>
          <a:bodyPr lIns="0" rIns="0" tIns="0" bIns="0" anchor="ctr"/>
          <a:p>
            <a:pPr algn="ctr"/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rIns="0" tIns="0" bIns="0" anchor="ctr"/>
          <a:p>
            <a:pPr algn="ctr"/>
            <a:endParaRPr b="0" lang="en-US" sz="4400" spc="-1" strike="noStrike">
              <a:latin typeface="Arial"/>
            </a:endParaRPr>
          </a:p>
        </p:txBody>
      </p:sp>
      <p:sp>
        <p:nvSpPr>
          <p:cNvPr id="5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rIns="0" tIns="0" bIns="0" anchor="ctr"/>
          <a:p>
            <a:pPr algn="ctr"/>
            <a:endParaRPr b="0" lang="en-US" sz="4400" spc="-1" strike="noStrike">
              <a:latin typeface="Arial"/>
            </a:endParaRPr>
          </a:p>
        </p:txBody>
      </p:sp>
      <p:sp>
        <p:nvSpPr>
          <p:cNvPr id="7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39772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8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39772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rIns="0" tIns="0" bIns="0" anchor="ctr"/>
          <a:p>
            <a:pPr algn="ctr"/>
            <a:endParaRPr b="0" lang="en-US" sz="4400" spc="-1" strike="noStrike">
              <a:latin typeface="Arial"/>
            </a:endParaRP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subTitle"/>
          </p:nvPr>
        </p:nvSpPr>
        <p:spPr>
          <a:xfrm>
            <a:off x="457200" y="273600"/>
            <a:ext cx="8229240" cy="5307840"/>
          </a:xfrm>
          <a:prstGeom prst="rect">
            <a:avLst/>
          </a:prstGeom>
        </p:spPr>
        <p:txBody>
          <a:bodyPr lIns="0" rIns="0" tIns="0" bIns="0" anchor="ctr"/>
          <a:p>
            <a:pPr algn="ctr"/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rIns="0" tIns="0" bIns="0" anchor="ctr"/>
          <a:p>
            <a:pPr algn="ctr"/>
            <a:endParaRPr b="0" lang="en-US" sz="4400" spc="-1" strike="noStrike">
              <a:latin typeface="Arial"/>
            </a:endParaRPr>
          </a:p>
        </p:txBody>
      </p:sp>
      <p:sp>
        <p:nvSpPr>
          <p:cNvPr id="12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13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39772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14" name="PlaceHolder 4"/>
          <p:cNvSpPr>
            <a:spLocks noGrp="1"/>
          </p:cNvSpPr>
          <p:nvPr>
            <p:ph type="body"/>
          </p:nvPr>
        </p:nvSpPr>
        <p:spPr>
          <a:xfrm>
            <a:off x="457200" y="3682080"/>
            <a:ext cx="401580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rIns="0" tIns="0" bIns="0" anchor="ctr"/>
          <a:p>
            <a:pPr algn="ctr"/>
            <a:endParaRPr b="0" lang="en-US" sz="4400" spc="-1" strike="noStrike">
              <a:latin typeface="Arial"/>
            </a:endParaRPr>
          </a:p>
        </p:txBody>
      </p:sp>
      <p:sp>
        <p:nvSpPr>
          <p:cNvPr id="16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39772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17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18" name="PlaceHolder 4"/>
          <p:cNvSpPr>
            <a:spLocks noGrp="1"/>
          </p:cNvSpPr>
          <p:nvPr>
            <p:ph type="body"/>
          </p:nvPr>
        </p:nvSpPr>
        <p:spPr>
          <a:xfrm>
            <a:off x="4674240" y="3682080"/>
            <a:ext cx="401580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rIns="0" tIns="0" bIns="0" anchor="ctr"/>
          <a:p>
            <a:pPr algn="ctr"/>
            <a:endParaRPr b="0" lang="en-US" sz="4400" spc="-1" strike="noStrike">
              <a:latin typeface="Arial"/>
            </a:endParaRPr>
          </a:p>
        </p:txBody>
      </p:sp>
      <p:sp>
        <p:nvSpPr>
          <p:cNvPr id="20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21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22" name="PlaceHolder 4"/>
          <p:cNvSpPr>
            <a:spLocks noGrp="1"/>
          </p:cNvSpPr>
          <p:nvPr>
            <p:ph type="body"/>
          </p:nvPr>
        </p:nvSpPr>
        <p:spPr>
          <a:xfrm>
            <a:off x="457200" y="3682080"/>
            <a:ext cx="822924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rIns="0" tIns="0" bIns="0" anchor="ctr"/>
          <a:p>
            <a:pPr algn="ctr"/>
            <a:endParaRPr b="0" lang="en-US" sz="4400" spc="-1" strike="noStrike">
              <a:latin typeface="Arial"/>
            </a:endParaRPr>
          </a:p>
        </p:txBody>
      </p:sp>
      <p:sp>
        <p:nvSpPr>
          <p:cNvPr id="24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25" name="PlaceHolder 3"/>
          <p:cNvSpPr>
            <a:spLocks noGrp="1"/>
          </p:cNvSpPr>
          <p:nvPr>
            <p:ph type="body"/>
          </p:nvPr>
        </p:nvSpPr>
        <p:spPr>
          <a:xfrm>
            <a:off x="457200" y="3682080"/>
            <a:ext cx="822924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rIns="0" tIns="0" bIns="0" anchor="ctr"/>
          <a:p>
            <a:pPr algn="ctr"/>
            <a:endParaRPr b="0" lang="en-US" sz="4400" spc="-1" strike="noStrike">
              <a:latin typeface="Arial"/>
            </a:endParaRPr>
          </a:p>
        </p:txBody>
      </p:sp>
      <p:sp>
        <p:nvSpPr>
          <p:cNvPr id="27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28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29" name="PlaceHolder 4"/>
          <p:cNvSpPr>
            <a:spLocks noGrp="1"/>
          </p:cNvSpPr>
          <p:nvPr>
            <p:ph type="body"/>
          </p:nvPr>
        </p:nvSpPr>
        <p:spPr>
          <a:xfrm>
            <a:off x="457200" y="3682080"/>
            <a:ext cx="401580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30" name="PlaceHolder 5"/>
          <p:cNvSpPr>
            <a:spLocks noGrp="1"/>
          </p:cNvSpPr>
          <p:nvPr>
            <p:ph type="body"/>
          </p:nvPr>
        </p:nvSpPr>
        <p:spPr>
          <a:xfrm>
            <a:off x="4674240" y="3682080"/>
            <a:ext cx="401580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rIns="0" tIns="0" bIns="0" anchor="ctr"/>
          <a:p>
            <a:pPr algn="ctr"/>
            <a:endParaRPr b="0" lang="en-US" sz="4400" spc="-1" strike="noStrike">
              <a:latin typeface="Arial"/>
            </a:endParaRPr>
          </a:p>
        </p:txBody>
      </p:sp>
      <p:sp>
        <p:nvSpPr>
          <p:cNvPr id="32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264960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33" name="PlaceHolder 3"/>
          <p:cNvSpPr>
            <a:spLocks noGrp="1"/>
          </p:cNvSpPr>
          <p:nvPr>
            <p:ph type="body"/>
          </p:nvPr>
        </p:nvSpPr>
        <p:spPr>
          <a:xfrm>
            <a:off x="3239640" y="1604520"/>
            <a:ext cx="264960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34" name="PlaceHolder 4"/>
          <p:cNvSpPr>
            <a:spLocks noGrp="1"/>
          </p:cNvSpPr>
          <p:nvPr>
            <p:ph type="body"/>
          </p:nvPr>
        </p:nvSpPr>
        <p:spPr>
          <a:xfrm>
            <a:off x="6022080" y="1604520"/>
            <a:ext cx="264960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35" name="PlaceHolder 5"/>
          <p:cNvSpPr>
            <a:spLocks noGrp="1"/>
          </p:cNvSpPr>
          <p:nvPr>
            <p:ph type="body"/>
          </p:nvPr>
        </p:nvSpPr>
        <p:spPr>
          <a:xfrm>
            <a:off x="457200" y="3682080"/>
            <a:ext cx="264960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36" name="PlaceHolder 6"/>
          <p:cNvSpPr>
            <a:spLocks noGrp="1"/>
          </p:cNvSpPr>
          <p:nvPr>
            <p:ph type="body"/>
          </p:nvPr>
        </p:nvSpPr>
        <p:spPr>
          <a:xfrm>
            <a:off x="3239640" y="3682080"/>
            <a:ext cx="264960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37" name="PlaceHolder 7"/>
          <p:cNvSpPr>
            <a:spLocks noGrp="1"/>
          </p:cNvSpPr>
          <p:nvPr>
            <p:ph type="body"/>
          </p:nvPr>
        </p:nvSpPr>
        <p:spPr>
          <a:xfrm>
            <a:off x="6022080" y="3682080"/>
            <a:ext cx="264960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CustomShape 1"/>
          <p:cNvSpPr/>
          <p:nvPr/>
        </p:nvSpPr>
        <p:spPr>
          <a:xfrm>
            <a:off x="0" y="0"/>
            <a:ext cx="144000" cy="6858000"/>
          </a:xfrm>
          <a:prstGeom prst="rect">
            <a:avLst/>
          </a:prstGeom>
          <a:solidFill>
            <a:srgbClr val="0054a6"/>
          </a:solidFill>
          <a:ln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" name="CustomShape 2"/>
          <p:cNvSpPr/>
          <p:nvPr/>
        </p:nvSpPr>
        <p:spPr>
          <a:xfrm>
            <a:off x="0" y="0"/>
            <a:ext cx="144000" cy="1198440"/>
          </a:xfrm>
          <a:prstGeom prst="rect">
            <a:avLst/>
          </a:prstGeom>
          <a:solidFill>
            <a:srgbClr val="ffce34"/>
          </a:solidFill>
          <a:ln>
            <a:noFill/>
          </a:ln>
        </p:spPr>
        <p:style>
          <a:lnRef idx="0"/>
          <a:fillRef idx="0"/>
          <a:effectRef idx="0"/>
          <a:fontRef idx="minor"/>
        </p:style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image" Target="../media/image1.jpeg"/><Relationship Id="rId2" Type="http://schemas.openxmlformats.org/officeDocument/2006/relationships/slideLayout" Target="../slideLayouts/slideLayout2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8" name="Logo" descr=""/>
          <p:cNvPicPr/>
          <p:nvPr/>
        </p:nvPicPr>
        <p:blipFill>
          <a:blip r:embed=""/>
          <a:stretch/>
        </p:blipFill>
        <p:spPr>
          <a:xfrm>
            <a:off x="7086600" y="152280"/>
            <a:ext cx="1870200" cy="355680"/>
          </a:xfrm>
          <a:prstGeom prst="rect">
            <a:avLst/>
          </a:prstGeom>
          <a:ln>
            <a:noFill/>
          </a:ln>
        </p:spPr>
      </p:pic>
      <p:sp>
        <p:nvSpPr>
          <p:cNvPr id="39" name="CustomShape 1"/>
          <p:cNvSpPr/>
          <p:nvPr/>
        </p:nvSpPr>
        <p:spPr>
          <a:xfrm>
            <a:off x="609480" y="4648320"/>
            <a:ext cx="8077320" cy="45180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40" name="CustomShape 2"/>
          <p:cNvSpPr/>
          <p:nvPr/>
        </p:nvSpPr>
        <p:spPr>
          <a:xfrm>
            <a:off x="533520" y="5867280"/>
            <a:ext cx="8381880" cy="99072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b"/>
          <a:p>
            <a:r>
              <a:rPr b="0" lang="en-US" sz="1000" spc="-1" strike="noStrike">
                <a:solidFill>
                  <a:srgbClr val="000000"/>
                </a:solidFill>
                <a:latin typeface="Arial"/>
              </a:rPr>
              <a:t>DOI: (10.1021/acs.jcim.4c00171) 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1" name="Line 3"/>
          <p:cNvSpPr/>
          <p:nvPr/>
        </p:nvSpPr>
        <p:spPr>
          <a:xfrm>
            <a:off x="457200" y="6170760"/>
            <a:ext cx="8381880" cy="1440"/>
          </a:xfrm>
          <a:prstGeom prst="line">
            <a:avLst/>
          </a:prstGeom>
          <a:ln w="324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</p:sp>
      <p:pic>
        <p:nvPicPr>
          <p:cNvPr id="42" name="Main graphic" descr=""/>
          <p:cNvPicPr/>
          <p:nvPr/>
        </p:nvPicPr>
        <p:blipFill>
          <a:blip r:embed="rId1"/>
          <a:stretch/>
        </p:blipFill>
        <p:spPr>
          <a:xfrm>
            <a:off x="1422360" y="1253880"/>
            <a:ext cx="6350040" cy="2826000"/>
          </a:xfrm>
          <a:prstGeom prst="rect">
            <a:avLst/>
          </a:prstGeom>
          <a:ln>
            <a:noFill/>
          </a:ln>
        </p:spPr>
      </p:pic>
    </p:spTree>
  </p:cSld>
  <p:transition>
    <p:wipe dir="r"/>
  </p:transition>
  <p:timing>
    <p:tnLst>
      <p:par>
        <p:cTn id="1" dur="indefinite" restart="never" nodeType="tmRoot">
          <p:childTnLst>
            <p:seq>
              <p:cTn id="2" dur="indefinite" nodeType="mainSeq"/>
              <p:prevCondLst>
                <p:cond delay="0" evt="onPrev">
                  <p:tgtEl>
                    <p:sldTgt/>
                  </p:tgtEl>
                </p:cond>
              </p:prevCondLst>
              <p:nextCondLst>
                <p:cond delay="0"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LibreOffice/6.0.7.3$Linux_X86_64 LibreOffice_project/dc89aa7a9eabfd848af146d5086077aeed2ae4a5</Applicat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/>
  <dc:description/>
  <dc:language>en-US</dc:language>
  <cp:lastModifiedBy/>
  <cp:revision>0</cp:revision>
  <dc:subject/>
  <dc:title/>
</cp:coreProperties>
</file>