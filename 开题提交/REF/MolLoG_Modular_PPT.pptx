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Input / 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91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Local Feature Encoders / 局部特征编码器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91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Global Interactive Learning / 全局交互学习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91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Decoder / 解码器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914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/>
              <a:t>Interpretability / 可解释性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Protein Sequence</a:t>
            </a:r>
          </a:p>
          <a:p>
            <a:r>
              <a:t>蛋白质序列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Drug Structure</a:t>
            </a:r>
          </a:p>
          <a:p>
            <a:r>
              <a:t>药物结构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50292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Leap Block</a:t>
            </a:r>
          </a:p>
          <a:p>
            <a:r>
              <a:t>跃迁块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5448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002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GCN</a:t>
            </a:r>
          </a:p>
          <a:p>
            <a:r>
              <a:t>图卷积网络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914400"/>
            <a:ext cx="16459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96012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ATT Module</a:t>
            </a:r>
          </a:p>
          <a:p>
            <a:r>
              <a:t>注意力模块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09728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14300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Multilayer Perceptron</a:t>
            </a:r>
          </a:p>
          <a:p>
            <a:r>
              <a:t>多层感知机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914400"/>
            <a:ext cx="16459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96012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Interpretability</a:t>
            </a:r>
          </a:p>
          <a:p>
            <a:r>
              <a:t>可解释性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