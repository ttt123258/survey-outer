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基于深度学习的药物-靶点相互作用预测研究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博士开题报告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药物研发周期长、成本高，人工智能方法逐步成为加速药物发现的重要手段。</a:t>
            </a:r>
          </a:p>
          <a:p>
            <a:r>
              <a:t>• 蛋白质-配体相互作用预测对于疾病理解、靶点发现和药物再定位至关重要。</a:t>
            </a:r>
          </a:p>
          <a:p>
            <a:r>
              <a:t>• 深度学习在处理大规模蛋白质组数据中展示出强大潜力。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国内外研究现状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国内外已提出多种DTI预测模型，包括基于序列、结构、图、融合模型。</a:t>
            </a:r>
          </a:p>
          <a:p>
            <a:r>
              <a:t>• Transformer、图神经网络（GNN）、交叉注意力等新方法不断涌现。</a:t>
            </a:r>
          </a:p>
          <a:p>
            <a:r>
              <a:t>• 仍存在负样本噪声高、模态融合粗糙、解释性差等问题。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关键科学问题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如何构建高可信的DTI负样本，缓解样本标签误差？</a:t>
            </a:r>
          </a:p>
          <a:p>
            <a:r>
              <a:t>• 如何高效融合序列与结构多模态信息，提升模型预测准确性？</a:t>
            </a:r>
          </a:p>
          <a:p>
            <a:r>
              <a:t>• 如何提升模型的可解释性，追踪原子/残基层面的贡献？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（1）构建结合不相似性规则的负样本筛选机制。</a:t>
            </a:r>
          </a:p>
          <a:p>
            <a:r>
              <a:t>• （2）设计基于交叉注意力的多模态蛋白质/药物特征融合模块。</a:t>
            </a:r>
          </a:p>
          <a:p>
            <a:r>
              <a:t>• （3）构建全局交互+注意力可解释性的深度神经网络模型。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解决方法(技术路线)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Step1: </a:t>
            </a:r>
            <a:r>
              <a:rPr dirty="0" err="1"/>
              <a:t>使用结构</a:t>
            </a:r>
            <a:r>
              <a:rPr dirty="0"/>
              <a:t>/</a:t>
            </a:r>
            <a:r>
              <a:rPr dirty="0" err="1"/>
              <a:t>功能不相似规则筛选负样本</a:t>
            </a:r>
            <a:r>
              <a:rPr dirty="0"/>
              <a:t>。</a:t>
            </a:r>
          </a:p>
          <a:p>
            <a:r>
              <a:rPr dirty="0"/>
              <a:t>• Step2: </a:t>
            </a:r>
            <a:r>
              <a:rPr dirty="0" err="1"/>
              <a:t>使用图与序列分别表征药物与蛋白质信息</a:t>
            </a:r>
            <a:r>
              <a:rPr dirty="0"/>
              <a:t>。</a:t>
            </a:r>
          </a:p>
          <a:p>
            <a:r>
              <a:rPr dirty="0"/>
              <a:t>• Step3: </a:t>
            </a:r>
            <a:r>
              <a:rPr dirty="0" err="1"/>
              <a:t>交叉注意力模块融合模态，获取融合表示</a:t>
            </a:r>
            <a:r>
              <a:rPr dirty="0"/>
              <a:t>。</a:t>
            </a:r>
          </a:p>
          <a:p>
            <a:r>
              <a:rPr dirty="0"/>
              <a:t>• Step4: </a:t>
            </a:r>
            <a:r>
              <a:rPr dirty="0" err="1"/>
              <a:t>全局交互模块挖掘语义交互，提升解释性</a:t>
            </a:r>
            <a:r>
              <a:rPr dirty="0"/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2090482"/>
            <a:ext cx="164592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负样本筛选模块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090482"/>
            <a:ext cx="164592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药物/蛋白图构建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090482"/>
            <a:ext cx="164592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交叉注意力融合模块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90482"/>
            <a:ext cx="164592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全局交互注意力模块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90482"/>
            <a:ext cx="164592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预测输出 &amp; 可解释性分析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2334322"/>
            <a:ext cx="274320" cy="18288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3749040" y="2334322"/>
            <a:ext cx="274320" cy="18288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669280" y="2334322"/>
            <a:ext cx="274320" cy="18288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589520" y="2334322"/>
            <a:ext cx="274320" cy="18288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数据集与仿真实验环境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数据集：DrugBank、Matador、STITCH、Human/C.elegans 蛋白组数据。</a:t>
            </a:r>
          </a:p>
          <a:p>
            <a:r>
              <a:t>• 实验环境：PyTorch+DGL, Python 3.8+, 多GPU服务器支持。</a:t>
            </a:r>
          </a:p>
          <a:p>
            <a:r>
              <a:t>• 评估指标：AUC, AUPR, Recall@k, 可解释性热图等。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（1）高可信负样本筛选：结构+功能不相似+方差筛查。</a:t>
            </a:r>
          </a:p>
          <a:p>
            <a:r>
              <a:t>• （2）多模态交叉注意力融合：提升异质特征对齐能力。</a:t>
            </a:r>
          </a:p>
          <a:p>
            <a:r>
              <a:t>• （3）全局交互与可解释性：提供残基/原子级分析能力。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可行性分析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（数据）多种高质量公开数据库，结构信息全面。</a:t>
            </a:r>
          </a:p>
          <a:p>
            <a:r>
              <a:t>• （方法）基于GNN、Transformer的成熟模型框架可复用。</a:t>
            </a:r>
          </a:p>
          <a:p>
            <a:r>
              <a:t>• （团队）已具备图神经网络、分子建模、可解释性分析能力。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</Words>
  <Application>Microsoft Office PowerPoint</Application>
  <PresentationFormat>全屏显示(4:3)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基于深度学习的药物-靶点相互作用预测研究</vt:lpstr>
      <vt:lpstr>研究背景</vt:lpstr>
      <vt:lpstr>国内外研究现状</vt:lpstr>
      <vt:lpstr>关键科学问题</vt:lpstr>
      <vt:lpstr>研究内容</vt:lpstr>
      <vt:lpstr>解决方法(技术路线)</vt:lpstr>
      <vt:lpstr>数据集与仿真实验环境</vt:lpstr>
      <vt:lpstr>创新点</vt:lpstr>
      <vt:lpstr>可行性分析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牛　文涛</cp:lastModifiedBy>
  <cp:revision>2</cp:revision>
  <dcterms:created xsi:type="dcterms:W3CDTF">2013-01-27T09:14:16Z</dcterms:created>
  <dcterms:modified xsi:type="dcterms:W3CDTF">2025-03-30T09:24:03Z</dcterms:modified>
  <cp:category/>
</cp:coreProperties>
</file>